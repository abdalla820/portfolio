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11"/>
  </p:notesMasterIdLst>
  <p:sldIdLst>
    <p:sldId id="257" r:id="rId6"/>
    <p:sldId id="258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tags" Target="../tags/tag2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image" Target="../media/image4.png"/><Relationship Id="rId5" Type="http://schemas.openxmlformats.org/officeDocument/2006/relationships/tags" Target="../tags/tag29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tags" Target="../tags/tag28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image" Target="../media/image5.png"/><Relationship Id="rId24" Type="http://schemas.openxmlformats.org/officeDocument/2006/relationships/tags" Target="../tags/tag59.xml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tags" Target="../tags/tag39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image" Target="../media/image3.png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5.png"/><Relationship Id="rId2" Type="http://schemas.openxmlformats.org/officeDocument/2006/relationships/tags" Target="../tags/tag6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image" Target="../media/image5.png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image" Target="../media/image5.png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image" Target="../media/image5.png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image" Target="../media/image5.png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image" Target="../media/image5.png"/><Relationship Id="rId24" Type="http://schemas.openxmlformats.org/officeDocument/2006/relationships/tags" Target="../tags/tag119.xml"/><Relationship Id="rId23" Type="http://schemas.openxmlformats.org/officeDocument/2006/relationships/tags" Target="../tags/tag118.xml"/><Relationship Id="rId22" Type="http://schemas.openxmlformats.org/officeDocument/2006/relationships/tags" Target="../tags/tag117.xml"/><Relationship Id="rId21" Type="http://schemas.openxmlformats.org/officeDocument/2006/relationships/tags" Target="../tags/tag116.xml"/><Relationship Id="rId20" Type="http://schemas.openxmlformats.org/officeDocument/2006/relationships/tags" Target="../tags/tag115.xml"/><Relationship Id="rId2" Type="http://schemas.openxmlformats.org/officeDocument/2006/relationships/tags" Target="../tags/tag99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image" Target="../media/image3.png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image" Target="../media/image3.png"/><Relationship Id="rId5" Type="http://schemas.openxmlformats.org/officeDocument/2006/relationships/tags" Target="../tags/tag129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6" Type="http://schemas.openxmlformats.org/officeDocument/2006/relationships/tags" Target="../tags/tag149.xml"/><Relationship Id="rId25" Type="http://schemas.openxmlformats.org/officeDocument/2006/relationships/tags" Target="../tags/tag148.xml"/><Relationship Id="rId24" Type="http://schemas.openxmlformats.org/officeDocument/2006/relationships/tags" Target="../tags/tag147.xml"/><Relationship Id="rId23" Type="http://schemas.openxmlformats.org/officeDocument/2006/relationships/tags" Target="../tags/tag146.xml"/><Relationship Id="rId22" Type="http://schemas.openxmlformats.org/officeDocument/2006/relationships/tags" Target="../tags/tag145.xml"/><Relationship Id="rId21" Type="http://schemas.openxmlformats.org/officeDocument/2006/relationships/tags" Target="../tags/tag144.xml"/><Relationship Id="rId20" Type="http://schemas.openxmlformats.org/officeDocument/2006/relationships/tags" Target="../tags/tag143.xml"/><Relationship Id="rId2" Type="http://schemas.openxmlformats.org/officeDocument/2006/relationships/tags" Target="../tags/tag128.xml"/><Relationship Id="rId19" Type="http://schemas.openxmlformats.org/officeDocument/2006/relationships/tags" Target="../tags/tag142.xml"/><Relationship Id="rId18" Type="http://schemas.openxmlformats.org/officeDocument/2006/relationships/tags" Target="../tags/tag141.xml"/><Relationship Id="rId17" Type="http://schemas.openxmlformats.org/officeDocument/2006/relationships/tags" Target="../tags/tag140.xml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image" Target="../media/image4.png"/><Relationship Id="rId5" Type="http://schemas.openxmlformats.org/officeDocument/2006/relationships/tags" Target="../tags/tag156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155.xml"/><Relationship Id="rId15" Type="http://schemas.openxmlformats.org/officeDocument/2006/relationships/tags" Target="../tags/tag165.xml"/><Relationship Id="rId14" Type="http://schemas.openxmlformats.org/officeDocument/2006/relationships/tags" Target="../tags/tag164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image" Target="../media/image5.png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6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image" Target="../media/image3.png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image" Target="../media/image5.png"/><Relationship Id="rId2" Type="http://schemas.openxmlformats.org/officeDocument/2006/relationships/tags" Target="../tags/tag19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image" Target="../media/image5.png"/><Relationship Id="rId2" Type="http://schemas.openxmlformats.org/officeDocument/2006/relationships/tags" Target="../tags/tag20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image" Target="../media/image5.png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image" Target="../media/image5.png"/><Relationship Id="rId2" Type="http://schemas.openxmlformats.org/officeDocument/2006/relationships/tags" Target="../tags/tag21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image" Target="../media/image5.png"/><Relationship Id="rId2" Type="http://schemas.openxmlformats.org/officeDocument/2006/relationships/tags" Target="../tags/tag21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image" Target="../media/image5.png"/><Relationship Id="rId24" Type="http://schemas.openxmlformats.org/officeDocument/2006/relationships/tags" Target="../tags/tag246.xml"/><Relationship Id="rId23" Type="http://schemas.openxmlformats.org/officeDocument/2006/relationships/tags" Target="../tags/tag245.xml"/><Relationship Id="rId22" Type="http://schemas.openxmlformats.org/officeDocument/2006/relationships/tags" Target="../tags/tag244.xml"/><Relationship Id="rId21" Type="http://schemas.openxmlformats.org/officeDocument/2006/relationships/tags" Target="../tags/tag243.xml"/><Relationship Id="rId20" Type="http://schemas.openxmlformats.org/officeDocument/2006/relationships/tags" Target="../tags/tag242.xml"/><Relationship Id="rId2" Type="http://schemas.openxmlformats.org/officeDocument/2006/relationships/tags" Target="../tags/tag226.xml"/><Relationship Id="rId19" Type="http://schemas.openxmlformats.org/officeDocument/2006/relationships/tags" Target="../tags/tag241.xml"/><Relationship Id="rId18" Type="http://schemas.openxmlformats.org/officeDocument/2006/relationships/tags" Target="../tags/tag240.xml"/><Relationship Id="rId17" Type="http://schemas.openxmlformats.org/officeDocument/2006/relationships/tags" Target="../tags/tag239.xml"/><Relationship Id="rId16" Type="http://schemas.openxmlformats.org/officeDocument/2006/relationships/tags" Target="../tags/tag238.xml"/><Relationship Id="rId15" Type="http://schemas.openxmlformats.org/officeDocument/2006/relationships/tags" Target="../tags/tag237.xml"/><Relationship Id="rId14" Type="http://schemas.openxmlformats.org/officeDocument/2006/relationships/image" Target="../media/image3.png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tags" Target="../tags/tag258.xml"/><Relationship Id="rId7" Type="http://schemas.openxmlformats.org/officeDocument/2006/relationships/tags" Target="../tags/tag257.xml"/><Relationship Id="rId6" Type="http://schemas.openxmlformats.org/officeDocument/2006/relationships/image" Target="../media/image3.png"/><Relationship Id="rId5" Type="http://schemas.openxmlformats.org/officeDocument/2006/relationships/tags" Target="../tags/tag256.xml"/><Relationship Id="rId4" Type="http://schemas.openxmlformats.org/officeDocument/2006/relationships/image" Target="../media/image7.svg"/><Relationship Id="rId3" Type="http://schemas.openxmlformats.org/officeDocument/2006/relationships/image" Target="../media/image1.png"/><Relationship Id="rId26" Type="http://schemas.openxmlformats.org/officeDocument/2006/relationships/tags" Target="../tags/tag276.xml"/><Relationship Id="rId25" Type="http://schemas.openxmlformats.org/officeDocument/2006/relationships/tags" Target="../tags/tag275.xml"/><Relationship Id="rId24" Type="http://schemas.openxmlformats.org/officeDocument/2006/relationships/tags" Target="../tags/tag274.xml"/><Relationship Id="rId23" Type="http://schemas.openxmlformats.org/officeDocument/2006/relationships/tags" Target="../tags/tag273.xml"/><Relationship Id="rId22" Type="http://schemas.openxmlformats.org/officeDocument/2006/relationships/tags" Target="../tags/tag272.xml"/><Relationship Id="rId21" Type="http://schemas.openxmlformats.org/officeDocument/2006/relationships/tags" Target="../tags/tag271.xml"/><Relationship Id="rId20" Type="http://schemas.openxmlformats.org/officeDocument/2006/relationships/tags" Target="../tags/tag270.xml"/><Relationship Id="rId2" Type="http://schemas.openxmlformats.org/officeDocument/2006/relationships/tags" Target="../tags/tag255.xml"/><Relationship Id="rId19" Type="http://schemas.openxmlformats.org/officeDocument/2006/relationships/tags" Target="../tags/tag269.xml"/><Relationship Id="rId18" Type="http://schemas.openxmlformats.org/officeDocument/2006/relationships/tags" Target="../tags/tag268.xml"/><Relationship Id="rId17" Type="http://schemas.openxmlformats.org/officeDocument/2006/relationships/tags" Target="../tags/tag267.xml"/><Relationship Id="rId16" Type="http://schemas.openxmlformats.org/officeDocument/2006/relationships/tags" Target="../tags/tag266.xml"/><Relationship Id="rId15" Type="http://schemas.openxmlformats.org/officeDocument/2006/relationships/tags" Target="../tags/tag265.xml"/><Relationship Id="rId14" Type="http://schemas.openxmlformats.org/officeDocument/2006/relationships/tags" Target="../tags/tag264.xml"/><Relationship Id="rId13" Type="http://schemas.openxmlformats.org/officeDocument/2006/relationships/tags" Target="../tags/tag263.xml"/><Relationship Id="rId12" Type="http://schemas.openxmlformats.org/officeDocument/2006/relationships/tags" Target="../tags/tag262.xml"/><Relationship Id="rId11" Type="http://schemas.openxmlformats.org/officeDocument/2006/relationships/tags" Target="../tags/tag261.xml"/><Relationship Id="rId10" Type="http://schemas.openxmlformats.org/officeDocument/2006/relationships/tags" Target="../tags/tag260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image" Target="../media/image4.png"/><Relationship Id="rId5" Type="http://schemas.openxmlformats.org/officeDocument/2006/relationships/tags" Target="../tags/tag283.xml"/><Relationship Id="rId4" Type="http://schemas.openxmlformats.org/officeDocument/2006/relationships/image" Target="../media/image7.svg"/><Relationship Id="rId3" Type="http://schemas.openxmlformats.org/officeDocument/2006/relationships/image" Target="../media/image1.png"/><Relationship Id="rId2" Type="http://schemas.openxmlformats.org/officeDocument/2006/relationships/tags" Target="../tags/tag282.xml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image" Target="../media/image5.png"/><Relationship Id="rId24" Type="http://schemas.openxmlformats.org/officeDocument/2006/relationships/tags" Target="../tags/tag313.xml"/><Relationship Id="rId23" Type="http://schemas.openxmlformats.org/officeDocument/2006/relationships/tags" Target="../tags/tag312.xml"/><Relationship Id="rId22" Type="http://schemas.openxmlformats.org/officeDocument/2006/relationships/tags" Target="../tags/tag311.xml"/><Relationship Id="rId21" Type="http://schemas.openxmlformats.org/officeDocument/2006/relationships/tags" Target="../tags/tag310.xml"/><Relationship Id="rId20" Type="http://schemas.openxmlformats.org/officeDocument/2006/relationships/tags" Target="../tags/tag309.xml"/><Relationship Id="rId2" Type="http://schemas.openxmlformats.org/officeDocument/2006/relationships/tags" Target="../tags/tag293.xml"/><Relationship Id="rId19" Type="http://schemas.openxmlformats.org/officeDocument/2006/relationships/tags" Target="../tags/tag308.xml"/><Relationship Id="rId18" Type="http://schemas.openxmlformats.org/officeDocument/2006/relationships/tags" Target="../tags/tag307.xml"/><Relationship Id="rId17" Type="http://schemas.openxmlformats.org/officeDocument/2006/relationships/tags" Target="../tags/tag306.xml"/><Relationship Id="rId16" Type="http://schemas.openxmlformats.org/officeDocument/2006/relationships/tags" Target="../tags/tag305.xml"/><Relationship Id="rId15" Type="http://schemas.openxmlformats.org/officeDocument/2006/relationships/tags" Target="../tags/tag304.xml"/><Relationship Id="rId14" Type="http://schemas.openxmlformats.org/officeDocument/2006/relationships/image" Target="../media/image3.png"/><Relationship Id="rId13" Type="http://schemas.openxmlformats.org/officeDocument/2006/relationships/tags" Target="../tags/tag303.xml"/><Relationship Id="rId12" Type="http://schemas.openxmlformats.org/officeDocument/2006/relationships/tags" Target="../tags/tag302.xml"/><Relationship Id="rId11" Type="http://schemas.openxmlformats.org/officeDocument/2006/relationships/tags" Target="../tags/tag301.xml"/><Relationship Id="rId10" Type="http://schemas.openxmlformats.org/officeDocument/2006/relationships/tags" Target="../tags/tag300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7" Type="http://schemas.openxmlformats.org/officeDocument/2006/relationships/tags" Target="../tags/tag319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tags" Target="../tags/tag316.xml"/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" Type="http://schemas.openxmlformats.org/officeDocument/2006/relationships/tags" Target="../tags/tag326.xml"/><Relationship Id="rId7" Type="http://schemas.openxmlformats.org/officeDocument/2006/relationships/tags" Target="../tags/tag325.xml"/><Relationship Id="rId6" Type="http://schemas.openxmlformats.org/officeDocument/2006/relationships/tags" Target="../tags/tag324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image" Target="../media/image5.png"/><Relationship Id="rId2" Type="http://schemas.openxmlformats.org/officeDocument/2006/relationships/tags" Target="../tags/tag321.xml"/><Relationship Id="rId12" Type="http://schemas.openxmlformats.org/officeDocument/2006/relationships/tags" Target="../tags/tag330.xml"/><Relationship Id="rId11" Type="http://schemas.openxmlformats.org/officeDocument/2006/relationships/tags" Target="../tags/tag329.xml"/><Relationship Id="rId10" Type="http://schemas.openxmlformats.org/officeDocument/2006/relationships/tags" Target="../tags/tag328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336.xml"/><Relationship Id="rId7" Type="http://schemas.openxmlformats.org/officeDocument/2006/relationships/tags" Target="../tags/tag335.xml"/><Relationship Id="rId6" Type="http://schemas.openxmlformats.org/officeDocument/2006/relationships/tags" Target="../tags/tag334.xml"/><Relationship Id="rId5" Type="http://schemas.openxmlformats.org/officeDocument/2006/relationships/tags" Target="../tags/tag333.xml"/><Relationship Id="rId4" Type="http://schemas.openxmlformats.org/officeDocument/2006/relationships/tags" Target="../tags/tag332.xml"/><Relationship Id="rId3" Type="http://schemas.openxmlformats.org/officeDocument/2006/relationships/image" Target="../media/image5.png"/><Relationship Id="rId2" Type="http://schemas.openxmlformats.org/officeDocument/2006/relationships/tags" Target="../tags/tag331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340.xml"/><Relationship Id="rId5" Type="http://schemas.openxmlformats.org/officeDocument/2006/relationships/tags" Target="../tags/tag339.xml"/><Relationship Id="rId4" Type="http://schemas.openxmlformats.org/officeDocument/2006/relationships/tags" Target="../tags/tag338.xml"/><Relationship Id="rId3" Type="http://schemas.openxmlformats.org/officeDocument/2006/relationships/image" Target="../media/image5.png"/><Relationship Id="rId2" Type="http://schemas.openxmlformats.org/officeDocument/2006/relationships/tags" Target="../tags/tag337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image" Target="../media/image5.png"/><Relationship Id="rId2" Type="http://schemas.openxmlformats.org/officeDocument/2006/relationships/tags" Target="../tags/tag34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352.xml"/><Relationship Id="rId8" Type="http://schemas.openxmlformats.org/officeDocument/2006/relationships/tags" Target="../tags/tag351.xml"/><Relationship Id="rId7" Type="http://schemas.openxmlformats.org/officeDocument/2006/relationships/tags" Target="../tags/tag350.xml"/><Relationship Id="rId6" Type="http://schemas.openxmlformats.org/officeDocument/2006/relationships/tags" Target="../tags/tag349.xml"/><Relationship Id="rId5" Type="http://schemas.openxmlformats.org/officeDocument/2006/relationships/tags" Target="../tags/tag348.xml"/><Relationship Id="rId4" Type="http://schemas.openxmlformats.org/officeDocument/2006/relationships/tags" Target="../tags/tag347.xml"/><Relationship Id="rId3" Type="http://schemas.openxmlformats.org/officeDocument/2006/relationships/image" Target="../media/image5.png"/><Relationship Id="rId2" Type="http://schemas.openxmlformats.org/officeDocument/2006/relationships/tags" Target="../tags/tag346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359.xml"/><Relationship Id="rId8" Type="http://schemas.openxmlformats.org/officeDocument/2006/relationships/tags" Target="../tags/tag358.xml"/><Relationship Id="rId7" Type="http://schemas.openxmlformats.org/officeDocument/2006/relationships/tags" Target="../tags/tag357.xml"/><Relationship Id="rId6" Type="http://schemas.openxmlformats.org/officeDocument/2006/relationships/tags" Target="../tags/tag356.xml"/><Relationship Id="rId5" Type="http://schemas.openxmlformats.org/officeDocument/2006/relationships/tags" Target="../tags/tag355.xml"/><Relationship Id="rId4" Type="http://schemas.openxmlformats.org/officeDocument/2006/relationships/tags" Target="../tags/tag354.xml"/><Relationship Id="rId3" Type="http://schemas.openxmlformats.org/officeDocument/2006/relationships/image" Target="../media/image5.png"/><Relationship Id="rId24" Type="http://schemas.openxmlformats.org/officeDocument/2006/relationships/tags" Target="../tags/tag373.xml"/><Relationship Id="rId23" Type="http://schemas.openxmlformats.org/officeDocument/2006/relationships/tags" Target="../tags/tag372.xml"/><Relationship Id="rId22" Type="http://schemas.openxmlformats.org/officeDocument/2006/relationships/tags" Target="../tags/tag371.xml"/><Relationship Id="rId21" Type="http://schemas.openxmlformats.org/officeDocument/2006/relationships/tags" Target="../tags/tag370.xml"/><Relationship Id="rId20" Type="http://schemas.openxmlformats.org/officeDocument/2006/relationships/tags" Target="../tags/tag369.xml"/><Relationship Id="rId2" Type="http://schemas.openxmlformats.org/officeDocument/2006/relationships/tags" Target="../tags/tag353.xml"/><Relationship Id="rId19" Type="http://schemas.openxmlformats.org/officeDocument/2006/relationships/tags" Target="../tags/tag368.xml"/><Relationship Id="rId18" Type="http://schemas.openxmlformats.org/officeDocument/2006/relationships/tags" Target="../tags/tag367.xml"/><Relationship Id="rId17" Type="http://schemas.openxmlformats.org/officeDocument/2006/relationships/tags" Target="../tags/tag366.xml"/><Relationship Id="rId16" Type="http://schemas.openxmlformats.org/officeDocument/2006/relationships/tags" Target="../tags/tag365.xml"/><Relationship Id="rId15" Type="http://schemas.openxmlformats.org/officeDocument/2006/relationships/tags" Target="../tags/tag364.xml"/><Relationship Id="rId14" Type="http://schemas.openxmlformats.org/officeDocument/2006/relationships/image" Target="../media/image3.png"/><Relationship Id="rId13" Type="http://schemas.openxmlformats.org/officeDocument/2006/relationships/tags" Target="../tags/tag363.xml"/><Relationship Id="rId12" Type="http://schemas.openxmlformats.org/officeDocument/2006/relationships/tags" Target="../tags/tag362.xml"/><Relationship Id="rId11" Type="http://schemas.openxmlformats.org/officeDocument/2006/relationships/tags" Target="../tags/tag361.xml"/><Relationship Id="rId10" Type="http://schemas.openxmlformats.org/officeDocument/2006/relationships/tags" Target="../tags/tag360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image" Target="../media/image3.png"/><Relationship Id="rId5" Type="http://schemas.openxmlformats.org/officeDocument/2006/relationships/tags" Target="../tags/tag383.xml"/><Relationship Id="rId4" Type="http://schemas.openxmlformats.org/officeDocument/2006/relationships/image" Target="../media/image8.svg"/><Relationship Id="rId3" Type="http://schemas.openxmlformats.org/officeDocument/2006/relationships/image" Target="../media/image1.png"/><Relationship Id="rId26" Type="http://schemas.openxmlformats.org/officeDocument/2006/relationships/tags" Target="../tags/tag403.xml"/><Relationship Id="rId25" Type="http://schemas.openxmlformats.org/officeDocument/2006/relationships/tags" Target="../tags/tag402.xml"/><Relationship Id="rId24" Type="http://schemas.openxmlformats.org/officeDocument/2006/relationships/tags" Target="../tags/tag401.xml"/><Relationship Id="rId23" Type="http://schemas.openxmlformats.org/officeDocument/2006/relationships/tags" Target="../tags/tag400.xml"/><Relationship Id="rId22" Type="http://schemas.openxmlformats.org/officeDocument/2006/relationships/tags" Target="../tags/tag399.xml"/><Relationship Id="rId21" Type="http://schemas.openxmlformats.org/officeDocument/2006/relationships/tags" Target="../tags/tag398.xml"/><Relationship Id="rId20" Type="http://schemas.openxmlformats.org/officeDocument/2006/relationships/tags" Target="../tags/tag397.xml"/><Relationship Id="rId2" Type="http://schemas.openxmlformats.org/officeDocument/2006/relationships/tags" Target="../tags/tag382.xml"/><Relationship Id="rId19" Type="http://schemas.openxmlformats.org/officeDocument/2006/relationships/tags" Target="../tags/tag396.xml"/><Relationship Id="rId18" Type="http://schemas.openxmlformats.org/officeDocument/2006/relationships/tags" Target="../tags/tag395.xml"/><Relationship Id="rId17" Type="http://schemas.openxmlformats.org/officeDocument/2006/relationships/tags" Target="../tags/tag394.xml"/><Relationship Id="rId16" Type="http://schemas.openxmlformats.org/officeDocument/2006/relationships/tags" Target="../tags/tag393.xml"/><Relationship Id="rId15" Type="http://schemas.openxmlformats.org/officeDocument/2006/relationships/tags" Target="../tags/tag392.xml"/><Relationship Id="rId14" Type="http://schemas.openxmlformats.org/officeDocument/2006/relationships/tags" Target="../tags/tag391.xml"/><Relationship Id="rId13" Type="http://schemas.openxmlformats.org/officeDocument/2006/relationships/tags" Target="../tags/tag390.xml"/><Relationship Id="rId12" Type="http://schemas.openxmlformats.org/officeDocument/2006/relationships/tags" Target="../tags/tag389.xml"/><Relationship Id="rId11" Type="http://schemas.openxmlformats.org/officeDocument/2006/relationships/tags" Target="../tags/tag388.xml"/><Relationship Id="rId10" Type="http://schemas.openxmlformats.org/officeDocument/2006/relationships/tags" Target="../tags/tag387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408.xml"/><Relationship Id="rId5" Type="http://schemas.openxmlformats.org/officeDocument/2006/relationships/tags" Target="../tags/tag407.xml"/><Relationship Id="rId4" Type="http://schemas.openxmlformats.org/officeDocument/2006/relationships/tags" Target="../tags/tag406.xml"/><Relationship Id="rId3" Type="http://schemas.openxmlformats.org/officeDocument/2006/relationships/tags" Target="../tags/tag405.xml"/><Relationship Id="rId2" Type="http://schemas.openxmlformats.org/officeDocument/2006/relationships/tags" Target="../tags/tag404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413.xml"/><Relationship Id="rId8" Type="http://schemas.openxmlformats.org/officeDocument/2006/relationships/tags" Target="../tags/tag412.xml"/><Relationship Id="rId7" Type="http://schemas.openxmlformats.org/officeDocument/2006/relationships/tags" Target="../tags/tag411.xml"/><Relationship Id="rId6" Type="http://schemas.openxmlformats.org/officeDocument/2006/relationships/image" Target="../media/image4.png"/><Relationship Id="rId5" Type="http://schemas.openxmlformats.org/officeDocument/2006/relationships/tags" Target="../tags/tag410.xml"/><Relationship Id="rId4" Type="http://schemas.openxmlformats.org/officeDocument/2006/relationships/image" Target="../media/image8.svg"/><Relationship Id="rId3" Type="http://schemas.openxmlformats.org/officeDocument/2006/relationships/image" Target="../media/image1.png"/><Relationship Id="rId2" Type="http://schemas.openxmlformats.org/officeDocument/2006/relationships/tags" Target="../tags/tag409.xml"/><Relationship Id="rId15" Type="http://schemas.openxmlformats.org/officeDocument/2006/relationships/tags" Target="../tags/tag419.xml"/><Relationship Id="rId14" Type="http://schemas.openxmlformats.org/officeDocument/2006/relationships/tags" Target="../tags/tag418.xml"/><Relationship Id="rId13" Type="http://schemas.openxmlformats.org/officeDocument/2006/relationships/tags" Target="../tags/tag417.xml"/><Relationship Id="rId12" Type="http://schemas.openxmlformats.org/officeDocument/2006/relationships/tags" Target="../tags/tag416.xml"/><Relationship Id="rId11" Type="http://schemas.openxmlformats.org/officeDocument/2006/relationships/tags" Target="../tags/tag415.xml"/><Relationship Id="rId10" Type="http://schemas.openxmlformats.org/officeDocument/2006/relationships/tags" Target="../tags/tag414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426.xml"/><Relationship Id="rId8" Type="http://schemas.openxmlformats.org/officeDocument/2006/relationships/tags" Target="../tags/tag425.xml"/><Relationship Id="rId7" Type="http://schemas.openxmlformats.org/officeDocument/2006/relationships/tags" Target="../tags/tag424.xml"/><Relationship Id="rId6" Type="http://schemas.openxmlformats.org/officeDocument/2006/relationships/tags" Target="../tags/tag423.xml"/><Relationship Id="rId5" Type="http://schemas.openxmlformats.org/officeDocument/2006/relationships/tags" Target="../tags/tag422.xml"/><Relationship Id="rId4" Type="http://schemas.openxmlformats.org/officeDocument/2006/relationships/tags" Target="../tags/tag421.xml"/><Relationship Id="rId3" Type="http://schemas.openxmlformats.org/officeDocument/2006/relationships/image" Target="../media/image5.png"/><Relationship Id="rId24" Type="http://schemas.openxmlformats.org/officeDocument/2006/relationships/tags" Target="../tags/tag440.xml"/><Relationship Id="rId23" Type="http://schemas.openxmlformats.org/officeDocument/2006/relationships/tags" Target="../tags/tag439.xml"/><Relationship Id="rId22" Type="http://schemas.openxmlformats.org/officeDocument/2006/relationships/tags" Target="../tags/tag438.xml"/><Relationship Id="rId21" Type="http://schemas.openxmlformats.org/officeDocument/2006/relationships/tags" Target="../tags/tag437.xml"/><Relationship Id="rId20" Type="http://schemas.openxmlformats.org/officeDocument/2006/relationships/tags" Target="../tags/tag436.xml"/><Relationship Id="rId2" Type="http://schemas.openxmlformats.org/officeDocument/2006/relationships/tags" Target="../tags/tag420.xml"/><Relationship Id="rId19" Type="http://schemas.openxmlformats.org/officeDocument/2006/relationships/tags" Target="../tags/tag435.xml"/><Relationship Id="rId18" Type="http://schemas.openxmlformats.org/officeDocument/2006/relationships/tags" Target="../tags/tag434.xml"/><Relationship Id="rId17" Type="http://schemas.openxmlformats.org/officeDocument/2006/relationships/tags" Target="../tags/tag433.xml"/><Relationship Id="rId16" Type="http://schemas.openxmlformats.org/officeDocument/2006/relationships/tags" Target="../tags/tag432.xml"/><Relationship Id="rId15" Type="http://schemas.openxmlformats.org/officeDocument/2006/relationships/tags" Target="../tags/tag431.xml"/><Relationship Id="rId14" Type="http://schemas.openxmlformats.org/officeDocument/2006/relationships/image" Target="../media/image3.png"/><Relationship Id="rId13" Type="http://schemas.openxmlformats.org/officeDocument/2006/relationships/tags" Target="../tags/tag430.xml"/><Relationship Id="rId12" Type="http://schemas.openxmlformats.org/officeDocument/2006/relationships/tags" Target="../tags/tag429.xml"/><Relationship Id="rId11" Type="http://schemas.openxmlformats.org/officeDocument/2006/relationships/tags" Target="../tags/tag428.xml"/><Relationship Id="rId10" Type="http://schemas.openxmlformats.org/officeDocument/2006/relationships/tags" Target="../tags/tag427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447.xml"/><Relationship Id="rId7" Type="http://schemas.openxmlformats.org/officeDocument/2006/relationships/tags" Target="../tags/tag446.xml"/><Relationship Id="rId6" Type="http://schemas.openxmlformats.org/officeDocument/2006/relationships/tags" Target="../tags/tag445.xml"/><Relationship Id="rId5" Type="http://schemas.openxmlformats.org/officeDocument/2006/relationships/tags" Target="../tags/tag444.xml"/><Relationship Id="rId4" Type="http://schemas.openxmlformats.org/officeDocument/2006/relationships/tags" Target="../tags/tag443.xml"/><Relationship Id="rId3" Type="http://schemas.openxmlformats.org/officeDocument/2006/relationships/tags" Target="../tags/tag442.xml"/><Relationship Id="rId2" Type="http://schemas.openxmlformats.org/officeDocument/2006/relationships/tags" Target="../tags/tag441.xml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image" Target="../media/image5.png"/><Relationship Id="rId2" Type="http://schemas.openxmlformats.org/officeDocument/2006/relationships/tags" Target="../tags/tag44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463.xml"/><Relationship Id="rId7" Type="http://schemas.openxmlformats.org/officeDocument/2006/relationships/tags" Target="../tags/tag462.xml"/><Relationship Id="rId6" Type="http://schemas.openxmlformats.org/officeDocument/2006/relationships/tags" Target="../tags/tag461.xml"/><Relationship Id="rId5" Type="http://schemas.openxmlformats.org/officeDocument/2006/relationships/tags" Target="../tags/tag460.xml"/><Relationship Id="rId4" Type="http://schemas.openxmlformats.org/officeDocument/2006/relationships/tags" Target="../tags/tag459.xml"/><Relationship Id="rId3" Type="http://schemas.openxmlformats.org/officeDocument/2006/relationships/image" Target="../media/image5.png"/><Relationship Id="rId2" Type="http://schemas.openxmlformats.org/officeDocument/2006/relationships/tags" Target="../tags/tag458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6" Type="http://schemas.openxmlformats.org/officeDocument/2006/relationships/tags" Target="../tags/tag467.xml"/><Relationship Id="rId5" Type="http://schemas.openxmlformats.org/officeDocument/2006/relationships/tags" Target="../tags/tag466.xml"/><Relationship Id="rId4" Type="http://schemas.openxmlformats.org/officeDocument/2006/relationships/tags" Target="../tags/tag465.xml"/><Relationship Id="rId3" Type="http://schemas.openxmlformats.org/officeDocument/2006/relationships/image" Target="../media/image5.png"/><Relationship Id="rId2" Type="http://schemas.openxmlformats.org/officeDocument/2006/relationships/tags" Target="../tags/tag464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7" Type="http://schemas.openxmlformats.org/officeDocument/2006/relationships/tags" Target="../tags/tag472.xml"/><Relationship Id="rId6" Type="http://schemas.openxmlformats.org/officeDocument/2006/relationships/tags" Target="../tags/tag471.xml"/><Relationship Id="rId5" Type="http://schemas.openxmlformats.org/officeDocument/2006/relationships/tags" Target="../tags/tag470.xml"/><Relationship Id="rId4" Type="http://schemas.openxmlformats.org/officeDocument/2006/relationships/tags" Target="../tags/tag469.xml"/><Relationship Id="rId3" Type="http://schemas.openxmlformats.org/officeDocument/2006/relationships/image" Target="../media/image5.png"/><Relationship Id="rId2" Type="http://schemas.openxmlformats.org/officeDocument/2006/relationships/tags" Target="../tags/tag468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479.xml"/><Relationship Id="rId8" Type="http://schemas.openxmlformats.org/officeDocument/2006/relationships/tags" Target="../tags/tag478.xml"/><Relationship Id="rId7" Type="http://schemas.openxmlformats.org/officeDocument/2006/relationships/tags" Target="../tags/tag477.xml"/><Relationship Id="rId6" Type="http://schemas.openxmlformats.org/officeDocument/2006/relationships/tags" Target="../tags/tag476.xml"/><Relationship Id="rId5" Type="http://schemas.openxmlformats.org/officeDocument/2006/relationships/tags" Target="../tags/tag475.xml"/><Relationship Id="rId4" Type="http://schemas.openxmlformats.org/officeDocument/2006/relationships/tags" Target="../tags/tag474.xml"/><Relationship Id="rId3" Type="http://schemas.openxmlformats.org/officeDocument/2006/relationships/image" Target="../media/image5.png"/><Relationship Id="rId2" Type="http://schemas.openxmlformats.org/officeDocument/2006/relationships/tags" Target="../tags/tag473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486.xml"/><Relationship Id="rId8" Type="http://schemas.openxmlformats.org/officeDocument/2006/relationships/tags" Target="../tags/tag485.xml"/><Relationship Id="rId7" Type="http://schemas.openxmlformats.org/officeDocument/2006/relationships/tags" Target="../tags/tag484.xml"/><Relationship Id="rId6" Type="http://schemas.openxmlformats.org/officeDocument/2006/relationships/tags" Target="../tags/tag483.xml"/><Relationship Id="rId5" Type="http://schemas.openxmlformats.org/officeDocument/2006/relationships/tags" Target="../tags/tag482.xml"/><Relationship Id="rId4" Type="http://schemas.openxmlformats.org/officeDocument/2006/relationships/tags" Target="../tags/tag481.xml"/><Relationship Id="rId3" Type="http://schemas.openxmlformats.org/officeDocument/2006/relationships/image" Target="../media/image5.png"/><Relationship Id="rId24" Type="http://schemas.openxmlformats.org/officeDocument/2006/relationships/tags" Target="../tags/tag500.xml"/><Relationship Id="rId23" Type="http://schemas.openxmlformats.org/officeDocument/2006/relationships/tags" Target="../tags/tag499.xml"/><Relationship Id="rId22" Type="http://schemas.openxmlformats.org/officeDocument/2006/relationships/tags" Target="../tags/tag498.xml"/><Relationship Id="rId21" Type="http://schemas.openxmlformats.org/officeDocument/2006/relationships/tags" Target="../tags/tag497.xml"/><Relationship Id="rId20" Type="http://schemas.openxmlformats.org/officeDocument/2006/relationships/tags" Target="../tags/tag496.xml"/><Relationship Id="rId2" Type="http://schemas.openxmlformats.org/officeDocument/2006/relationships/tags" Target="../tags/tag480.xml"/><Relationship Id="rId19" Type="http://schemas.openxmlformats.org/officeDocument/2006/relationships/tags" Target="../tags/tag495.xml"/><Relationship Id="rId18" Type="http://schemas.openxmlformats.org/officeDocument/2006/relationships/tags" Target="../tags/tag494.xml"/><Relationship Id="rId17" Type="http://schemas.openxmlformats.org/officeDocument/2006/relationships/tags" Target="../tags/tag493.xml"/><Relationship Id="rId16" Type="http://schemas.openxmlformats.org/officeDocument/2006/relationships/tags" Target="../tags/tag492.xml"/><Relationship Id="rId15" Type="http://schemas.openxmlformats.org/officeDocument/2006/relationships/tags" Target="../tags/tag491.xml"/><Relationship Id="rId14" Type="http://schemas.openxmlformats.org/officeDocument/2006/relationships/image" Target="../media/image3.png"/><Relationship Id="rId13" Type="http://schemas.openxmlformats.org/officeDocument/2006/relationships/tags" Target="../tags/tag490.xml"/><Relationship Id="rId12" Type="http://schemas.openxmlformats.org/officeDocument/2006/relationships/tags" Target="../tags/tag489.xml"/><Relationship Id="rId11" Type="http://schemas.openxmlformats.org/officeDocument/2006/relationships/tags" Target="../tags/tag488.xml"/><Relationship Id="rId10" Type="http://schemas.openxmlformats.org/officeDocument/2006/relationships/tags" Target="../tags/tag487.xm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图片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62100" y="3502660"/>
            <a:ext cx="9145270" cy="178308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7"/>
            </p:custDataLst>
          </p:nvPr>
        </p:nvSpPr>
        <p:spPr>
          <a:xfrm>
            <a:off x="469240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副标题"/>
          <p:cNvSpPr txBox="1">
            <a:spLocks noGrp="1"/>
          </p:cNvSpPr>
          <p:nvPr>
            <p:ph type="body" idx="6" hasCustomPrompt="1"/>
            <p:custDataLst>
              <p:tags r:id="rId8"/>
            </p:custDataLst>
          </p:nvPr>
        </p:nvSpPr>
        <p:spPr>
          <a:xfrm>
            <a:off x="1939925" y="2533650"/>
            <a:ext cx="8220710" cy="6894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sz="2000" b="1" i="0" u="none" strike="noStrike" kern="1200" cap="none" spc="0" normalizeH="0" baseline="0" noProof="1" dirty="0" err="1">
                <a:solidFill>
                  <a:srgbClr val="FFFFFF"/>
                </a:solidFill>
                <a:latin typeface="+mj-lt"/>
                <a:sym typeface="思源宋体 CN Heavy" panose="02020900000000000000" charset="-122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5" hasCustomPrompt="1"/>
            <p:custDataLst>
              <p:tags r:id="rId9"/>
            </p:custDataLst>
          </p:nvPr>
        </p:nvSpPr>
        <p:spPr>
          <a:xfrm>
            <a:off x="712668" y="127000"/>
            <a:ext cx="10800000" cy="22352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2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10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11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12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3"/>
            </p:custDataLst>
          </p:nvPr>
        </p:nvSpPr>
        <p:spPr>
          <a:xfrm>
            <a:off x="8353349" y="6426000"/>
            <a:ext cx="3852000" cy="43200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 dirty="0"/>
          </a:p>
        </p:txBody>
      </p:sp>
      <p:sp>
        <p:nvSpPr>
          <p:cNvPr id="39" name="任意多边形: 形状 38"/>
          <p:cNvSpPr/>
          <p:nvPr userDrawn="1">
            <p:custDataLst>
              <p:tags r:id="rId17"/>
            </p:custDataLst>
          </p:nvPr>
        </p:nvSpPr>
        <p:spPr>
          <a:xfrm>
            <a:off x="3298114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0" name="任意多边形: 形状 39"/>
          <p:cNvSpPr/>
          <p:nvPr userDrawn="1">
            <p:custDataLst>
              <p:tags r:id="rId18"/>
            </p:custDataLst>
          </p:nvPr>
        </p:nvSpPr>
        <p:spPr>
          <a:xfrm>
            <a:off x="201657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1" name="任意多边形: 形状 40"/>
          <p:cNvSpPr/>
          <p:nvPr userDrawn="1">
            <p:custDataLst>
              <p:tags r:id="rId19"/>
            </p:custDataLst>
          </p:nvPr>
        </p:nvSpPr>
        <p:spPr>
          <a:xfrm>
            <a:off x="2420566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3" name="任意多边形: 形状 42"/>
          <p:cNvSpPr/>
          <p:nvPr userDrawn="1">
            <p:custDataLst>
              <p:tags r:id="rId20"/>
            </p:custDataLst>
          </p:nvPr>
        </p:nvSpPr>
        <p:spPr>
          <a:xfrm flipH="1">
            <a:off x="6088380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4" name="任意多边形: 形状 43"/>
          <p:cNvSpPr/>
          <p:nvPr userDrawn="1">
            <p:custDataLst>
              <p:tags r:id="rId21"/>
            </p:custDataLst>
          </p:nvPr>
        </p:nvSpPr>
        <p:spPr>
          <a:xfrm flipH="1">
            <a:off x="881666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5" name="任意多边形: 形状 44"/>
          <p:cNvSpPr/>
          <p:nvPr userDrawn="1">
            <p:custDataLst>
              <p:tags r:id="rId22"/>
            </p:custDataLst>
          </p:nvPr>
        </p:nvSpPr>
        <p:spPr>
          <a:xfrm flipH="1">
            <a:off x="7986237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6" name="任意多边形 12"/>
          <p:cNvSpPr/>
          <p:nvPr userDrawn="1">
            <p:custDataLst>
              <p:tags r:id="rId23"/>
            </p:custDataLst>
          </p:nvPr>
        </p:nvSpPr>
        <p:spPr>
          <a:xfrm>
            <a:off x="3300095" y="4018915"/>
            <a:ext cx="268033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任意多边形 13"/>
          <p:cNvSpPr/>
          <p:nvPr userDrawn="1">
            <p:custDataLst>
              <p:tags r:id="rId24"/>
            </p:custDataLst>
          </p:nvPr>
        </p:nvSpPr>
        <p:spPr>
          <a:xfrm>
            <a:off x="21304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任意多边形 20"/>
          <p:cNvSpPr/>
          <p:nvPr userDrawn="1">
            <p:custDataLst>
              <p:tags r:id="rId25"/>
            </p:custDataLst>
          </p:nvPr>
        </p:nvSpPr>
        <p:spPr>
          <a:xfrm flipH="1">
            <a:off x="6112668" y="4018915"/>
            <a:ext cx="265604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任意多边形 21"/>
          <p:cNvSpPr/>
          <p:nvPr userDrawn="1">
            <p:custDataLst>
              <p:tags r:id="rId26"/>
            </p:custDataLst>
          </p:nvPr>
        </p:nvSpPr>
        <p:spPr>
          <a:xfrm flipH="1">
            <a:off x="88233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kumimoji="0" lang="en-US" sz="1800" b="0" i="0" u="none" strike="noStrike" kern="1200" cap="none" spc="0" normalizeH="0" baseline="0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>
              <a:defRPr kumimoji="0" lang="en-US" sz="1600" b="0" i="0" u="none" strike="noStrike" cap="none" spc="150" normalizeH="0" baseline="0" dirty="0" smtClean="0">
                <a:uFillTx/>
                <a:latin typeface="+mn-lt"/>
                <a:sym typeface="+mn-ea"/>
              </a:defRPr>
            </a:lvl2pPr>
            <a:lvl3pPr>
              <a:defRPr kumimoji="0" lang="en-US" sz="1600" b="0" i="0" u="none" strike="noStrike" cap="none" spc="150" normalizeH="0" baseline="0" dirty="0" smtClean="0">
                <a:uFillTx/>
                <a:latin typeface="+mn-lt"/>
                <a:sym typeface="+mn-ea"/>
              </a:defRPr>
            </a:lvl3pPr>
            <a:lvl4pPr>
              <a:defRPr kumimoji="0" lang="en-US" sz="1400" b="0" i="0" u="none" strike="noStrike" cap="none" spc="150" normalizeH="0" baseline="0" dirty="0" smtClean="0">
                <a:uFillTx/>
                <a:latin typeface="+mn-lt"/>
                <a:sym typeface="+mn-ea"/>
              </a:defRPr>
            </a:lvl4pPr>
            <a:lvl5pPr>
              <a:defRPr kumimoji="0" lang="en-US" sz="1400" b="0" i="0" u="none" strike="noStrike" cap="none" spc="150" normalizeH="0" baseline="0" dirty="0">
                <a:uFillTx/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Char char="●"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kumimoji="0" sz="3600" b="1" i="0" u="none" strike="noStrike" kern="1200" cap="none" spc="0" normalizeH="0" baseline="0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5" name="图片 64" descr="图片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14388"/>
          <a:stretch>
            <a:fillRect/>
          </a:stretch>
        </p:blipFill>
        <p:spPr>
          <a:xfrm>
            <a:off x="0" y="0"/>
            <a:ext cx="12192000" cy="2592070"/>
          </a:xfrm>
          <a:prstGeom prst="rect">
            <a:avLst/>
          </a:prstGeom>
        </p:spPr>
      </p:pic>
      <p:sp>
        <p:nvSpPr>
          <p:cNvPr id="64" name="矩形 63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2192000" cy="2592000"/>
          </a:xfrm>
          <a:prstGeom prst="rect">
            <a:avLst/>
          </a:prstGeom>
          <a:solidFill>
            <a:srgbClr val="000000">
              <a:alpha val="7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455891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直接连接符 8"/>
          <p:cNvCxnSpPr/>
          <p:nvPr>
            <p:custDataLst>
              <p:tags r:id="rId9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0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1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1984693" y="664280"/>
            <a:ext cx="8222615" cy="9410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5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>
            <a:off x="10106929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节编号"/>
          <p:cNvSpPr txBox="1">
            <a:spLocks noGrp="1"/>
          </p:cNvSpPr>
          <p:nvPr>
            <p:ph type="body" idx="15" hasCustomPrompt="1"/>
            <p:custDataLst>
              <p:tags r:id="rId5"/>
            </p:custDataLst>
          </p:nvPr>
        </p:nvSpPr>
        <p:spPr>
          <a:xfrm>
            <a:off x="4964314" y="1314507"/>
            <a:ext cx="2262735" cy="153613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1000" b="1" i="0" u="none" strike="noStrike" kern="1200" cap="none" spc="0" normalizeH="0" baseline="0" noProof="1" dirty="0">
                <a:gradFill>
                  <a:gsLst>
                    <a:gs pos="0">
                      <a:schemeClr val="bg1">
                        <a:lumMod val="95000"/>
                        <a:alpha val="50000"/>
                      </a:schemeClr>
                    </a:gs>
                    <a:gs pos="97000">
                      <a:schemeClr val="bg1">
                        <a:alpha val="19000"/>
                        <a:lumMod val="0"/>
                        <a:lumOff val="100000"/>
                      </a:schemeClr>
                    </a:gs>
                  </a:gsLst>
                  <a:lin ang="5400000" scaled="0"/>
                </a:gradFill>
                <a:latin typeface="+mn-lt"/>
                <a:sym typeface="思源宋体 CN Heavy" panose="02020900000000000000" charset="-122"/>
              </a:defRPr>
            </a:lvl1pPr>
          </a:lstStyle>
          <a:p>
            <a:pPr lvl="0" algn="ctr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4" hasCustomPrompt="1"/>
            <p:custDataLst>
              <p:tags r:id="rId6"/>
            </p:custDataLst>
          </p:nvPr>
        </p:nvSpPr>
        <p:spPr>
          <a:xfrm>
            <a:off x="2558974" y="2628071"/>
            <a:ext cx="7073413" cy="16969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思源宋体 CN Heavy" panose="02020900000000000000" charset="-122"/>
              </a:defRPr>
            </a:lvl1pPr>
          </a:lstStyle>
          <a:p>
            <a:pPr lvl="0" algn="ctr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7"/>
            </p:custDataLst>
          </p:nvPr>
        </p:nvCxnSpPr>
        <p:spPr>
          <a:xfrm>
            <a:off x="1080135" y="5397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8"/>
            </p:custDataLst>
          </p:nvPr>
        </p:nvCxnSpPr>
        <p:spPr>
          <a:xfrm>
            <a:off x="1080135" y="5981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9"/>
            </p:custDataLst>
          </p:nvPr>
        </p:nvCxnSpPr>
        <p:spPr>
          <a:xfrm>
            <a:off x="1080135" y="6565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  <p:pic>
        <p:nvPicPr>
          <p:cNvPr id="3" name="图片 2" descr="图片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45055" y="4277360"/>
            <a:ext cx="7501890" cy="1462405"/>
          </a:xfrm>
          <a:prstGeom prst="rect">
            <a:avLst/>
          </a:prstGeom>
        </p:spPr>
      </p:pic>
      <p:sp>
        <p:nvSpPr>
          <p:cNvPr id="16" name="任意多边形: 形状 38"/>
          <p:cNvSpPr/>
          <p:nvPr userDrawn="1">
            <p:custDataLst>
              <p:tags r:id="rId15"/>
            </p:custDataLst>
          </p:nvPr>
        </p:nvSpPr>
        <p:spPr>
          <a:xfrm>
            <a:off x="3769360" y="4663440"/>
            <a:ext cx="2218690" cy="149860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8" name="任意多边形: 形状 39"/>
          <p:cNvSpPr/>
          <p:nvPr userDrawn="1">
            <p:custDataLst>
              <p:tags r:id="rId16"/>
            </p:custDataLst>
          </p:nvPr>
        </p:nvSpPr>
        <p:spPr>
          <a:xfrm>
            <a:off x="2717800" y="4725670"/>
            <a:ext cx="1031875" cy="561975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0" name="任意多边形: 形状 40"/>
          <p:cNvSpPr/>
          <p:nvPr userDrawn="1">
            <p:custDataLst>
              <p:tags r:id="rId17"/>
            </p:custDataLst>
          </p:nvPr>
        </p:nvSpPr>
        <p:spPr>
          <a:xfrm>
            <a:off x="3049270" y="4832350"/>
            <a:ext cx="1381760" cy="364490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" name="任意多边形: 形状 42"/>
          <p:cNvSpPr/>
          <p:nvPr userDrawn="1">
            <p:custDataLst>
              <p:tags r:id="rId18"/>
            </p:custDataLst>
          </p:nvPr>
        </p:nvSpPr>
        <p:spPr>
          <a:xfrm flipH="1">
            <a:off x="6057900" y="4663440"/>
            <a:ext cx="2218690" cy="149860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1" name="任意多边形: 形状 43"/>
          <p:cNvSpPr/>
          <p:nvPr userDrawn="1">
            <p:custDataLst>
              <p:tags r:id="rId19"/>
            </p:custDataLst>
          </p:nvPr>
        </p:nvSpPr>
        <p:spPr>
          <a:xfrm flipH="1">
            <a:off x="8296275" y="4725670"/>
            <a:ext cx="1031875" cy="561975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2" name="任意多边形: 形状 44"/>
          <p:cNvSpPr/>
          <p:nvPr userDrawn="1">
            <p:custDataLst>
              <p:tags r:id="rId20"/>
            </p:custDataLst>
          </p:nvPr>
        </p:nvSpPr>
        <p:spPr>
          <a:xfrm flipH="1">
            <a:off x="7614920" y="4832350"/>
            <a:ext cx="1381760" cy="364490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1" name="任意多边形 12"/>
          <p:cNvSpPr/>
          <p:nvPr userDrawn="1">
            <p:custDataLst>
              <p:tags r:id="rId21"/>
            </p:custDataLst>
          </p:nvPr>
        </p:nvSpPr>
        <p:spPr>
          <a:xfrm>
            <a:off x="3770630" y="4700905"/>
            <a:ext cx="2198370" cy="73025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任意多边形 13"/>
          <p:cNvSpPr/>
          <p:nvPr userDrawn="1">
            <p:custDataLst>
              <p:tags r:id="rId22"/>
            </p:custDataLst>
          </p:nvPr>
        </p:nvSpPr>
        <p:spPr>
          <a:xfrm>
            <a:off x="2811145" y="4773295"/>
            <a:ext cx="914400" cy="257810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任意多边形 20"/>
          <p:cNvSpPr/>
          <p:nvPr userDrawn="1">
            <p:custDataLst>
              <p:tags r:id="rId23"/>
            </p:custDataLst>
          </p:nvPr>
        </p:nvSpPr>
        <p:spPr>
          <a:xfrm flipH="1">
            <a:off x="6077585" y="4700905"/>
            <a:ext cx="2178685" cy="73025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任意多边形 21"/>
          <p:cNvSpPr/>
          <p:nvPr userDrawn="1">
            <p:custDataLst>
              <p:tags r:id="rId24"/>
            </p:custDataLst>
          </p:nvPr>
        </p:nvSpPr>
        <p:spPr>
          <a:xfrm flipH="1">
            <a:off x="8301355" y="4773295"/>
            <a:ext cx="914400" cy="257810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"/>
          <p:cNvSpPr txBox="1">
            <a:spLocks noGrp="1"/>
          </p:cNvSpPr>
          <p:nvPr>
            <p:ph idx="5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9" name="矩形2"/>
          <p:cNvSpPr/>
          <p:nvPr>
            <p:custDataLst>
              <p:tags r:id="rId5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正文"/>
          <p:cNvSpPr txBox="1">
            <a:spLocks noGrp="1"/>
          </p:cNvSpPr>
          <p:nvPr>
            <p:ph idx="7" hasCustomPrompt="1"/>
            <p:custDataLst>
              <p:tags r:id="rId4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5" name="标题"/>
          <p:cNvSpPr txBox="1">
            <a:spLocks noGrp="1"/>
          </p:cNvSpPr>
          <p:nvPr>
            <p:ph type="title" idx="6" hasCustomPrompt="1"/>
            <p:custDataLst>
              <p:tags r:id="rId5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6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7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矩形2"/>
          <p:cNvSpPr/>
          <p:nvPr>
            <p:custDataLst>
              <p:tags r:id="rId9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矩形2"/>
          <p:cNvSpPr/>
          <p:nvPr>
            <p:custDataLst>
              <p:tags r:id="rId5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4" hasCustomPrompt="1"/>
            <p:custDataLst>
              <p:tags r:id="rId4"/>
            </p:custDataLst>
          </p:nvPr>
        </p:nvSpPr>
        <p:spPr>
          <a:xfrm>
            <a:off x="608330" y="1301750"/>
            <a:ext cx="10968990" cy="4057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矩形2"/>
          <p:cNvSpPr/>
          <p:nvPr>
            <p:custDataLst>
              <p:tags r:id="rId6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>
            <a:off x="455891" y="0"/>
            <a:ext cx="18034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标题"/>
          <p:cNvSpPr txBox="1">
            <a:spLocks noGrp="1"/>
          </p:cNvSpPr>
          <p:nvPr>
            <p:ph type="title" idx="15" hasCustomPrompt="1"/>
            <p:custDataLst>
              <p:tags r:id="rId5"/>
            </p:custDataLst>
          </p:nvPr>
        </p:nvSpPr>
        <p:spPr>
          <a:xfrm>
            <a:off x="1939290" y="1127055"/>
            <a:ext cx="8222615" cy="2278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6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7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8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署名"/>
          <p:cNvSpPr txBox="1">
            <a:spLocks noGrp="1"/>
          </p:cNvSpPr>
          <p:nvPr>
            <p:ph type="body" idx="8" hasCustomPrompt="1"/>
            <p:custDataLst>
              <p:tags r:id="rId9"/>
            </p:custDataLst>
          </p:nvPr>
        </p:nvSpPr>
        <p:spPr>
          <a:xfrm>
            <a:off x="8340000" y="6426000"/>
            <a:ext cx="3852000" cy="43200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 dirty="0"/>
          </a:p>
        </p:txBody>
      </p:sp>
      <p:pic>
        <p:nvPicPr>
          <p:cNvPr id="3" name="图片 2" descr="图片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62100" y="3502660"/>
            <a:ext cx="9145270" cy="1783080"/>
          </a:xfrm>
          <a:prstGeom prst="rect">
            <a:avLst/>
          </a:prstGeom>
        </p:spPr>
      </p:pic>
      <p:sp>
        <p:nvSpPr>
          <p:cNvPr id="16" name="任意多边形: 形状 38"/>
          <p:cNvSpPr/>
          <p:nvPr userDrawn="1">
            <p:custDataLst>
              <p:tags r:id="rId15"/>
            </p:custDataLst>
          </p:nvPr>
        </p:nvSpPr>
        <p:spPr>
          <a:xfrm>
            <a:off x="3298114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8" name="任意多边形: 形状 39"/>
          <p:cNvSpPr/>
          <p:nvPr userDrawn="1">
            <p:custDataLst>
              <p:tags r:id="rId16"/>
            </p:custDataLst>
          </p:nvPr>
        </p:nvSpPr>
        <p:spPr>
          <a:xfrm>
            <a:off x="201657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0" name="任意多边形: 形状 40"/>
          <p:cNvSpPr/>
          <p:nvPr userDrawn="1">
            <p:custDataLst>
              <p:tags r:id="rId17"/>
            </p:custDataLst>
          </p:nvPr>
        </p:nvSpPr>
        <p:spPr>
          <a:xfrm>
            <a:off x="2420566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3" name="任意多边形: 形状 42"/>
          <p:cNvSpPr/>
          <p:nvPr userDrawn="1">
            <p:custDataLst>
              <p:tags r:id="rId18"/>
            </p:custDataLst>
          </p:nvPr>
        </p:nvSpPr>
        <p:spPr>
          <a:xfrm flipH="1">
            <a:off x="6088380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4" name="任意多边形: 形状 43"/>
          <p:cNvSpPr/>
          <p:nvPr userDrawn="1">
            <p:custDataLst>
              <p:tags r:id="rId19"/>
            </p:custDataLst>
          </p:nvPr>
        </p:nvSpPr>
        <p:spPr>
          <a:xfrm flipH="1">
            <a:off x="881666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0" name="任意多边形: 形状 44"/>
          <p:cNvSpPr/>
          <p:nvPr userDrawn="1">
            <p:custDataLst>
              <p:tags r:id="rId20"/>
            </p:custDataLst>
          </p:nvPr>
        </p:nvSpPr>
        <p:spPr>
          <a:xfrm flipH="1">
            <a:off x="7986237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1" name="任意多边形 12"/>
          <p:cNvSpPr/>
          <p:nvPr userDrawn="1">
            <p:custDataLst>
              <p:tags r:id="rId21"/>
            </p:custDataLst>
          </p:nvPr>
        </p:nvSpPr>
        <p:spPr>
          <a:xfrm>
            <a:off x="3300095" y="4018915"/>
            <a:ext cx="268033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任意多边形 13"/>
          <p:cNvSpPr/>
          <p:nvPr userDrawn="1">
            <p:custDataLst>
              <p:tags r:id="rId22"/>
            </p:custDataLst>
          </p:nvPr>
        </p:nvSpPr>
        <p:spPr>
          <a:xfrm>
            <a:off x="21304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任意多边形 20"/>
          <p:cNvSpPr/>
          <p:nvPr userDrawn="1">
            <p:custDataLst>
              <p:tags r:id="rId23"/>
            </p:custDataLst>
          </p:nvPr>
        </p:nvSpPr>
        <p:spPr>
          <a:xfrm flipH="1">
            <a:off x="6112668" y="4018915"/>
            <a:ext cx="265604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任意多边形 21"/>
          <p:cNvSpPr/>
          <p:nvPr userDrawn="1">
            <p:custDataLst>
              <p:tags r:id="rId24"/>
            </p:custDataLst>
          </p:nvPr>
        </p:nvSpPr>
        <p:spPr>
          <a:xfrm flipH="1">
            <a:off x="88233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图片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62100" y="3502660"/>
            <a:ext cx="9145270" cy="178308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7"/>
            </p:custDataLst>
          </p:nvPr>
        </p:nvSpPr>
        <p:spPr>
          <a:xfrm>
            <a:off x="469240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副标题"/>
          <p:cNvSpPr txBox="1">
            <a:spLocks noGrp="1"/>
          </p:cNvSpPr>
          <p:nvPr>
            <p:ph type="body" idx="6" hasCustomPrompt="1"/>
            <p:custDataLst>
              <p:tags r:id="rId8"/>
            </p:custDataLst>
          </p:nvPr>
        </p:nvSpPr>
        <p:spPr>
          <a:xfrm>
            <a:off x="1939925" y="2533650"/>
            <a:ext cx="8220710" cy="6894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sz="2000" b="1" i="0" u="none" strike="noStrike" kern="1200" cap="none" spc="0" normalizeH="0" baseline="0" noProof="1" dirty="0" err="1">
                <a:solidFill>
                  <a:srgbClr val="FFFFFF"/>
                </a:solidFill>
                <a:latin typeface="+mj-lt"/>
                <a:sym typeface="思源宋体 CN Heavy" panose="02020900000000000000" charset="-122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5" hasCustomPrompt="1"/>
            <p:custDataLst>
              <p:tags r:id="rId9"/>
            </p:custDataLst>
          </p:nvPr>
        </p:nvSpPr>
        <p:spPr>
          <a:xfrm>
            <a:off x="712668" y="127000"/>
            <a:ext cx="10800000" cy="22352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2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10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11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12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3"/>
            </p:custDataLst>
          </p:nvPr>
        </p:nvSpPr>
        <p:spPr>
          <a:xfrm>
            <a:off x="8353349" y="6426000"/>
            <a:ext cx="3852000" cy="43200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 dirty="0"/>
          </a:p>
        </p:txBody>
      </p:sp>
      <p:sp>
        <p:nvSpPr>
          <p:cNvPr id="39" name="任意多边形: 形状 38"/>
          <p:cNvSpPr/>
          <p:nvPr userDrawn="1">
            <p:custDataLst>
              <p:tags r:id="rId17"/>
            </p:custDataLst>
          </p:nvPr>
        </p:nvSpPr>
        <p:spPr>
          <a:xfrm>
            <a:off x="3298114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0" name="任意多边形: 形状 39"/>
          <p:cNvSpPr/>
          <p:nvPr userDrawn="1">
            <p:custDataLst>
              <p:tags r:id="rId18"/>
            </p:custDataLst>
          </p:nvPr>
        </p:nvSpPr>
        <p:spPr>
          <a:xfrm>
            <a:off x="201657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1" name="任意多边形: 形状 40"/>
          <p:cNvSpPr/>
          <p:nvPr userDrawn="1">
            <p:custDataLst>
              <p:tags r:id="rId19"/>
            </p:custDataLst>
          </p:nvPr>
        </p:nvSpPr>
        <p:spPr>
          <a:xfrm>
            <a:off x="2420566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3" name="任意多边形: 形状 42"/>
          <p:cNvSpPr/>
          <p:nvPr userDrawn="1">
            <p:custDataLst>
              <p:tags r:id="rId20"/>
            </p:custDataLst>
          </p:nvPr>
        </p:nvSpPr>
        <p:spPr>
          <a:xfrm flipH="1">
            <a:off x="6088380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4" name="任意多边形: 形状 43"/>
          <p:cNvSpPr/>
          <p:nvPr userDrawn="1">
            <p:custDataLst>
              <p:tags r:id="rId21"/>
            </p:custDataLst>
          </p:nvPr>
        </p:nvSpPr>
        <p:spPr>
          <a:xfrm flipH="1">
            <a:off x="881666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5" name="任意多边形: 形状 44"/>
          <p:cNvSpPr/>
          <p:nvPr userDrawn="1">
            <p:custDataLst>
              <p:tags r:id="rId22"/>
            </p:custDataLst>
          </p:nvPr>
        </p:nvSpPr>
        <p:spPr>
          <a:xfrm flipH="1">
            <a:off x="7986237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6" name="任意多边形 12"/>
          <p:cNvSpPr/>
          <p:nvPr userDrawn="1">
            <p:custDataLst>
              <p:tags r:id="rId23"/>
            </p:custDataLst>
          </p:nvPr>
        </p:nvSpPr>
        <p:spPr>
          <a:xfrm>
            <a:off x="3300095" y="4018915"/>
            <a:ext cx="268033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任意多边形 13"/>
          <p:cNvSpPr/>
          <p:nvPr userDrawn="1">
            <p:custDataLst>
              <p:tags r:id="rId24"/>
            </p:custDataLst>
          </p:nvPr>
        </p:nvSpPr>
        <p:spPr>
          <a:xfrm>
            <a:off x="21304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任意多边形 20"/>
          <p:cNvSpPr/>
          <p:nvPr userDrawn="1">
            <p:custDataLst>
              <p:tags r:id="rId25"/>
            </p:custDataLst>
          </p:nvPr>
        </p:nvSpPr>
        <p:spPr>
          <a:xfrm flipH="1">
            <a:off x="6112668" y="4018915"/>
            <a:ext cx="265604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任意多边形 21"/>
          <p:cNvSpPr/>
          <p:nvPr userDrawn="1">
            <p:custDataLst>
              <p:tags r:id="rId26"/>
            </p:custDataLst>
          </p:nvPr>
        </p:nvSpPr>
        <p:spPr>
          <a:xfrm flipH="1">
            <a:off x="88233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kumimoji="0" lang="en-US" sz="1800" b="0" i="0" u="none" strike="noStrike" kern="1200" cap="none" spc="0" normalizeH="0" baseline="0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>
              <a:defRPr kumimoji="0" lang="en-US" sz="1600" b="0" i="0" u="none" strike="noStrike" cap="none" spc="150" normalizeH="0" baseline="0" dirty="0" smtClean="0">
                <a:uFillTx/>
                <a:latin typeface="+mn-lt"/>
                <a:sym typeface="+mn-ea"/>
              </a:defRPr>
            </a:lvl2pPr>
            <a:lvl3pPr>
              <a:defRPr kumimoji="0" lang="en-US" sz="1600" b="0" i="0" u="none" strike="noStrike" cap="none" spc="150" normalizeH="0" baseline="0" dirty="0" smtClean="0">
                <a:uFillTx/>
                <a:latin typeface="+mn-lt"/>
                <a:sym typeface="+mn-ea"/>
              </a:defRPr>
            </a:lvl3pPr>
            <a:lvl4pPr>
              <a:defRPr kumimoji="0" lang="en-US" sz="1400" b="0" i="0" u="none" strike="noStrike" cap="none" spc="150" normalizeH="0" baseline="0" dirty="0" smtClean="0">
                <a:uFillTx/>
                <a:latin typeface="+mn-lt"/>
                <a:sym typeface="+mn-ea"/>
              </a:defRPr>
            </a:lvl4pPr>
            <a:lvl5pPr>
              <a:defRPr kumimoji="0" lang="en-US" sz="1400" b="0" i="0" u="none" strike="noStrike" cap="none" spc="150" normalizeH="0" baseline="0" dirty="0">
                <a:uFillTx/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Char char="●"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kumimoji="0" sz="3600" b="1" i="0" u="none" strike="noStrike" kern="1200" cap="none" spc="0" normalizeH="0" baseline="0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5" name="图片 64" descr="图片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14388"/>
          <a:stretch>
            <a:fillRect/>
          </a:stretch>
        </p:blipFill>
        <p:spPr>
          <a:xfrm>
            <a:off x="0" y="0"/>
            <a:ext cx="12192000" cy="2592070"/>
          </a:xfrm>
          <a:prstGeom prst="rect">
            <a:avLst/>
          </a:prstGeom>
        </p:spPr>
      </p:pic>
      <p:sp>
        <p:nvSpPr>
          <p:cNvPr id="64" name="矩形 63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2192000" cy="2592000"/>
          </a:xfrm>
          <a:prstGeom prst="rect">
            <a:avLst/>
          </a:prstGeom>
          <a:solidFill>
            <a:srgbClr val="000000">
              <a:alpha val="7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455891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直接连接符 8"/>
          <p:cNvCxnSpPr/>
          <p:nvPr>
            <p:custDataLst>
              <p:tags r:id="rId9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0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1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1984693" y="664280"/>
            <a:ext cx="8222615" cy="9410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5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>
            <a:off x="10106929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节编号"/>
          <p:cNvSpPr txBox="1">
            <a:spLocks noGrp="1"/>
          </p:cNvSpPr>
          <p:nvPr>
            <p:ph type="body" idx="15" hasCustomPrompt="1"/>
            <p:custDataLst>
              <p:tags r:id="rId5"/>
            </p:custDataLst>
          </p:nvPr>
        </p:nvSpPr>
        <p:spPr>
          <a:xfrm>
            <a:off x="4964314" y="1314507"/>
            <a:ext cx="2262735" cy="153613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1000" b="1" i="0" u="none" strike="noStrike" kern="1200" cap="none" spc="0" normalizeH="0" baseline="0" noProof="1" dirty="0">
                <a:gradFill>
                  <a:gsLst>
                    <a:gs pos="0">
                      <a:schemeClr val="bg1">
                        <a:lumMod val="95000"/>
                        <a:alpha val="50000"/>
                      </a:schemeClr>
                    </a:gs>
                    <a:gs pos="97000">
                      <a:schemeClr val="bg1">
                        <a:alpha val="19000"/>
                        <a:lumMod val="0"/>
                        <a:lumOff val="100000"/>
                      </a:schemeClr>
                    </a:gs>
                  </a:gsLst>
                  <a:lin ang="5400000" scaled="0"/>
                </a:gradFill>
                <a:latin typeface="+mn-lt"/>
                <a:sym typeface="思源宋体 CN Heavy" panose="02020900000000000000" charset="-122"/>
              </a:defRPr>
            </a:lvl1pPr>
          </a:lstStyle>
          <a:p>
            <a:pPr lvl="0" algn="ctr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4" hasCustomPrompt="1"/>
            <p:custDataLst>
              <p:tags r:id="rId6"/>
            </p:custDataLst>
          </p:nvPr>
        </p:nvSpPr>
        <p:spPr>
          <a:xfrm>
            <a:off x="2558974" y="2628071"/>
            <a:ext cx="7073413" cy="16969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思源宋体 CN Heavy" panose="02020900000000000000" charset="-122"/>
              </a:defRPr>
            </a:lvl1pPr>
          </a:lstStyle>
          <a:p>
            <a:pPr lvl="0" algn="ctr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7"/>
            </p:custDataLst>
          </p:nvPr>
        </p:nvCxnSpPr>
        <p:spPr>
          <a:xfrm>
            <a:off x="1080135" y="5397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8"/>
            </p:custDataLst>
          </p:nvPr>
        </p:nvCxnSpPr>
        <p:spPr>
          <a:xfrm>
            <a:off x="1080135" y="5981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9"/>
            </p:custDataLst>
          </p:nvPr>
        </p:nvCxnSpPr>
        <p:spPr>
          <a:xfrm>
            <a:off x="1080135" y="6565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  <p:pic>
        <p:nvPicPr>
          <p:cNvPr id="3" name="图片 2" descr="图片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45055" y="4277360"/>
            <a:ext cx="7501890" cy="1462405"/>
          </a:xfrm>
          <a:prstGeom prst="rect">
            <a:avLst/>
          </a:prstGeom>
        </p:spPr>
      </p:pic>
      <p:sp>
        <p:nvSpPr>
          <p:cNvPr id="16" name="任意多边形: 形状 38"/>
          <p:cNvSpPr/>
          <p:nvPr userDrawn="1">
            <p:custDataLst>
              <p:tags r:id="rId15"/>
            </p:custDataLst>
          </p:nvPr>
        </p:nvSpPr>
        <p:spPr>
          <a:xfrm>
            <a:off x="3769360" y="4663440"/>
            <a:ext cx="2218690" cy="149860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8" name="任意多边形: 形状 39"/>
          <p:cNvSpPr/>
          <p:nvPr userDrawn="1">
            <p:custDataLst>
              <p:tags r:id="rId16"/>
            </p:custDataLst>
          </p:nvPr>
        </p:nvSpPr>
        <p:spPr>
          <a:xfrm>
            <a:off x="2717800" y="4725670"/>
            <a:ext cx="1031875" cy="561975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0" name="任意多边形: 形状 40"/>
          <p:cNvSpPr/>
          <p:nvPr userDrawn="1">
            <p:custDataLst>
              <p:tags r:id="rId17"/>
            </p:custDataLst>
          </p:nvPr>
        </p:nvSpPr>
        <p:spPr>
          <a:xfrm>
            <a:off x="3049270" y="4832350"/>
            <a:ext cx="1381760" cy="364490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" name="任意多边形: 形状 42"/>
          <p:cNvSpPr/>
          <p:nvPr userDrawn="1">
            <p:custDataLst>
              <p:tags r:id="rId18"/>
            </p:custDataLst>
          </p:nvPr>
        </p:nvSpPr>
        <p:spPr>
          <a:xfrm flipH="1">
            <a:off x="6057900" y="4663440"/>
            <a:ext cx="2218690" cy="149860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1" name="任意多边形: 形状 43"/>
          <p:cNvSpPr/>
          <p:nvPr userDrawn="1">
            <p:custDataLst>
              <p:tags r:id="rId19"/>
            </p:custDataLst>
          </p:nvPr>
        </p:nvSpPr>
        <p:spPr>
          <a:xfrm flipH="1">
            <a:off x="8296275" y="4725670"/>
            <a:ext cx="1031875" cy="561975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2" name="任意多边形: 形状 44"/>
          <p:cNvSpPr/>
          <p:nvPr userDrawn="1">
            <p:custDataLst>
              <p:tags r:id="rId20"/>
            </p:custDataLst>
          </p:nvPr>
        </p:nvSpPr>
        <p:spPr>
          <a:xfrm flipH="1">
            <a:off x="7614920" y="4832350"/>
            <a:ext cx="1381760" cy="364490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1" name="任意多边形 12"/>
          <p:cNvSpPr/>
          <p:nvPr userDrawn="1">
            <p:custDataLst>
              <p:tags r:id="rId21"/>
            </p:custDataLst>
          </p:nvPr>
        </p:nvSpPr>
        <p:spPr>
          <a:xfrm>
            <a:off x="3770630" y="4700905"/>
            <a:ext cx="2198370" cy="73025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任意多边形 13"/>
          <p:cNvSpPr/>
          <p:nvPr userDrawn="1">
            <p:custDataLst>
              <p:tags r:id="rId22"/>
            </p:custDataLst>
          </p:nvPr>
        </p:nvSpPr>
        <p:spPr>
          <a:xfrm>
            <a:off x="2811145" y="4773295"/>
            <a:ext cx="914400" cy="257810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任意多边形 20"/>
          <p:cNvSpPr/>
          <p:nvPr userDrawn="1">
            <p:custDataLst>
              <p:tags r:id="rId23"/>
            </p:custDataLst>
          </p:nvPr>
        </p:nvSpPr>
        <p:spPr>
          <a:xfrm flipH="1">
            <a:off x="6077585" y="4700905"/>
            <a:ext cx="2178685" cy="73025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任意多边形 21"/>
          <p:cNvSpPr/>
          <p:nvPr userDrawn="1">
            <p:custDataLst>
              <p:tags r:id="rId24"/>
            </p:custDataLst>
          </p:nvPr>
        </p:nvSpPr>
        <p:spPr>
          <a:xfrm flipH="1">
            <a:off x="8301355" y="4773295"/>
            <a:ext cx="914400" cy="257810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"/>
          <p:cNvSpPr txBox="1">
            <a:spLocks noGrp="1"/>
          </p:cNvSpPr>
          <p:nvPr>
            <p:ph idx="5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9" name="矩形2"/>
          <p:cNvSpPr/>
          <p:nvPr>
            <p:custDataLst>
              <p:tags r:id="rId5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正文"/>
          <p:cNvSpPr txBox="1">
            <a:spLocks noGrp="1"/>
          </p:cNvSpPr>
          <p:nvPr>
            <p:ph idx="7" hasCustomPrompt="1"/>
            <p:custDataLst>
              <p:tags r:id="rId4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5" name="标题"/>
          <p:cNvSpPr txBox="1">
            <a:spLocks noGrp="1"/>
          </p:cNvSpPr>
          <p:nvPr>
            <p:ph type="title" idx="6" hasCustomPrompt="1"/>
            <p:custDataLst>
              <p:tags r:id="rId5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6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7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矩形2"/>
          <p:cNvSpPr/>
          <p:nvPr>
            <p:custDataLst>
              <p:tags r:id="rId9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矩形2"/>
          <p:cNvSpPr/>
          <p:nvPr>
            <p:custDataLst>
              <p:tags r:id="rId5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4" hasCustomPrompt="1"/>
            <p:custDataLst>
              <p:tags r:id="rId4"/>
            </p:custDataLst>
          </p:nvPr>
        </p:nvSpPr>
        <p:spPr>
          <a:xfrm>
            <a:off x="608330" y="1301750"/>
            <a:ext cx="10968990" cy="4057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矩形2"/>
          <p:cNvSpPr/>
          <p:nvPr>
            <p:custDataLst>
              <p:tags r:id="rId6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>
            <a:off x="455891" y="0"/>
            <a:ext cx="18034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标题"/>
          <p:cNvSpPr txBox="1">
            <a:spLocks noGrp="1"/>
          </p:cNvSpPr>
          <p:nvPr>
            <p:ph type="title" idx="15" hasCustomPrompt="1"/>
            <p:custDataLst>
              <p:tags r:id="rId5"/>
            </p:custDataLst>
          </p:nvPr>
        </p:nvSpPr>
        <p:spPr>
          <a:xfrm>
            <a:off x="1939290" y="1127055"/>
            <a:ext cx="8222615" cy="2278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6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7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8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署名"/>
          <p:cNvSpPr txBox="1">
            <a:spLocks noGrp="1"/>
          </p:cNvSpPr>
          <p:nvPr>
            <p:ph type="body" idx="8" hasCustomPrompt="1"/>
            <p:custDataLst>
              <p:tags r:id="rId9"/>
            </p:custDataLst>
          </p:nvPr>
        </p:nvSpPr>
        <p:spPr>
          <a:xfrm>
            <a:off x="8340000" y="6426000"/>
            <a:ext cx="3852000" cy="43200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 dirty="0"/>
          </a:p>
        </p:txBody>
      </p:sp>
      <p:pic>
        <p:nvPicPr>
          <p:cNvPr id="3" name="图片 2" descr="图片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62100" y="3502660"/>
            <a:ext cx="9145270" cy="1783080"/>
          </a:xfrm>
          <a:prstGeom prst="rect">
            <a:avLst/>
          </a:prstGeom>
        </p:spPr>
      </p:pic>
      <p:sp>
        <p:nvSpPr>
          <p:cNvPr id="16" name="任意多边形: 形状 38"/>
          <p:cNvSpPr/>
          <p:nvPr userDrawn="1">
            <p:custDataLst>
              <p:tags r:id="rId15"/>
            </p:custDataLst>
          </p:nvPr>
        </p:nvSpPr>
        <p:spPr>
          <a:xfrm>
            <a:off x="3298114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8" name="任意多边形: 形状 39"/>
          <p:cNvSpPr/>
          <p:nvPr userDrawn="1">
            <p:custDataLst>
              <p:tags r:id="rId16"/>
            </p:custDataLst>
          </p:nvPr>
        </p:nvSpPr>
        <p:spPr>
          <a:xfrm>
            <a:off x="201657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0" name="任意多边形: 形状 40"/>
          <p:cNvSpPr/>
          <p:nvPr userDrawn="1">
            <p:custDataLst>
              <p:tags r:id="rId17"/>
            </p:custDataLst>
          </p:nvPr>
        </p:nvSpPr>
        <p:spPr>
          <a:xfrm>
            <a:off x="2420566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3" name="任意多边形: 形状 42"/>
          <p:cNvSpPr/>
          <p:nvPr userDrawn="1">
            <p:custDataLst>
              <p:tags r:id="rId18"/>
            </p:custDataLst>
          </p:nvPr>
        </p:nvSpPr>
        <p:spPr>
          <a:xfrm flipH="1">
            <a:off x="6088380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4" name="任意多边形: 形状 43"/>
          <p:cNvSpPr/>
          <p:nvPr userDrawn="1">
            <p:custDataLst>
              <p:tags r:id="rId19"/>
            </p:custDataLst>
          </p:nvPr>
        </p:nvSpPr>
        <p:spPr>
          <a:xfrm flipH="1">
            <a:off x="881666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0" name="任意多边形: 形状 44"/>
          <p:cNvSpPr/>
          <p:nvPr userDrawn="1">
            <p:custDataLst>
              <p:tags r:id="rId20"/>
            </p:custDataLst>
          </p:nvPr>
        </p:nvSpPr>
        <p:spPr>
          <a:xfrm flipH="1">
            <a:off x="7986237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1" name="任意多边形 12"/>
          <p:cNvSpPr/>
          <p:nvPr userDrawn="1">
            <p:custDataLst>
              <p:tags r:id="rId21"/>
            </p:custDataLst>
          </p:nvPr>
        </p:nvSpPr>
        <p:spPr>
          <a:xfrm>
            <a:off x="3300095" y="4018915"/>
            <a:ext cx="268033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任意多边形 13"/>
          <p:cNvSpPr/>
          <p:nvPr userDrawn="1">
            <p:custDataLst>
              <p:tags r:id="rId22"/>
            </p:custDataLst>
          </p:nvPr>
        </p:nvSpPr>
        <p:spPr>
          <a:xfrm>
            <a:off x="21304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任意多边形 20"/>
          <p:cNvSpPr/>
          <p:nvPr userDrawn="1">
            <p:custDataLst>
              <p:tags r:id="rId23"/>
            </p:custDataLst>
          </p:nvPr>
        </p:nvSpPr>
        <p:spPr>
          <a:xfrm flipH="1">
            <a:off x="6112668" y="4018915"/>
            <a:ext cx="265604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任意多边形 21"/>
          <p:cNvSpPr/>
          <p:nvPr userDrawn="1">
            <p:custDataLst>
              <p:tags r:id="rId24"/>
            </p:custDataLst>
          </p:nvPr>
        </p:nvSpPr>
        <p:spPr>
          <a:xfrm flipH="1">
            <a:off x="88233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图片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62100" y="3502660"/>
            <a:ext cx="9145270" cy="178308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7"/>
            </p:custDataLst>
          </p:nvPr>
        </p:nvSpPr>
        <p:spPr>
          <a:xfrm>
            <a:off x="469240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副标题"/>
          <p:cNvSpPr txBox="1">
            <a:spLocks noGrp="1"/>
          </p:cNvSpPr>
          <p:nvPr>
            <p:ph type="body" idx="6" hasCustomPrompt="1"/>
            <p:custDataLst>
              <p:tags r:id="rId8"/>
            </p:custDataLst>
          </p:nvPr>
        </p:nvSpPr>
        <p:spPr>
          <a:xfrm>
            <a:off x="1939925" y="2533650"/>
            <a:ext cx="8220710" cy="6894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sz="2000" b="1" i="0" u="none" strike="noStrike" kern="1200" cap="none" spc="0" normalizeH="0" baseline="0" noProof="1" dirty="0" err="1">
                <a:solidFill>
                  <a:srgbClr val="FFFFFF"/>
                </a:solidFill>
                <a:latin typeface="+mj-lt"/>
                <a:sym typeface="思源宋体 CN Heavy" panose="02020900000000000000" charset="-122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5" hasCustomPrompt="1"/>
            <p:custDataLst>
              <p:tags r:id="rId9"/>
            </p:custDataLst>
          </p:nvPr>
        </p:nvSpPr>
        <p:spPr>
          <a:xfrm>
            <a:off x="712668" y="127000"/>
            <a:ext cx="10800000" cy="22352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2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10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11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12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3"/>
            </p:custDataLst>
          </p:nvPr>
        </p:nvSpPr>
        <p:spPr>
          <a:xfrm>
            <a:off x="8353349" y="6426000"/>
            <a:ext cx="3852000" cy="43200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 dirty="0"/>
          </a:p>
        </p:txBody>
      </p:sp>
      <p:sp>
        <p:nvSpPr>
          <p:cNvPr id="39" name="任意多边形: 形状 38"/>
          <p:cNvSpPr/>
          <p:nvPr userDrawn="1">
            <p:custDataLst>
              <p:tags r:id="rId17"/>
            </p:custDataLst>
          </p:nvPr>
        </p:nvSpPr>
        <p:spPr>
          <a:xfrm>
            <a:off x="3298114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0" name="任意多边形: 形状 39"/>
          <p:cNvSpPr/>
          <p:nvPr userDrawn="1">
            <p:custDataLst>
              <p:tags r:id="rId18"/>
            </p:custDataLst>
          </p:nvPr>
        </p:nvSpPr>
        <p:spPr>
          <a:xfrm>
            <a:off x="201657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1" name="任意多边形: 形状 40"/>
          <p:cNvSpPr/>
          <p:nvPr userDrawn="1">
            <p:custDataLst>
              <p:tags r:id="rId19"/>
            </p:custDataLst>
          </p:nvPr>
        </p:nvSpPr>
        <p:spPr>
          <a:xfrm>
            <a:off x="2420566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3" name="任意多边形: 形状 42"/>
          <p:cNvSpPr/>
          <p:nvPr userDrawn="1">
            <p:custDataLst>
              <p:tags r:id="rId20"/>
            </p:custDataLst>
          </p:nvPr>
        </p:nvSpPr>
        <p:spPr>
          <a:xfrm flipH="1">
            <a:off x="6088380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4" name="任意多边形: 形状 43"/>
          <p:cNvSpPr/>
          <p:nvPr userDrawn="1">
            <p:custDataLst>
              <p:tags r:id="rId21"/>
            </p:custDataLst>
          </p:nvPr>
        </p:nvSpPr>
        <p:spPr>
          <a:xfrm flipH="1">
            <a:off x="881666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5" name="任意多边形: 形状 44"/>
          <p:cNvSpPr/>
          <p:nvPr userDrawn="1">
            <p:custDataLst>
              <p:tags r:id="rId22"/>
            </p:custDataLst>
          </p:nvPr>
        </p:nvSpPr>
        <p:spPr>
          <a:xfrm flipH="1">
            <a:off x="7986237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6" name="任意多边形 12"/>
          <p:cNvSpPr/>
          <p:nvPr userDrawn="1">
            <p:custDataLst>
              <p:tags r:id="rId23"/>
            </p:custDataLst>
          </p:nvPr>
        </p:nvSpPr>
        <p:spPr>
          <a:xfrm>
            <a:off x="3300095" y="4018915"/>
            <a:ext cx="268033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任意多边形 13"/>
          <p:cNvSpPr/>
          <p:nvPr userDrawn="1">
            <p:custDataLst>
              <p:tags r:id="rId24"/>
            </p:custDataLst>
          </p:nvPr>
        </p:nvSpPr>
        <p:spPr>
          <a:xfrm>
            <a:off x="21304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任意多边形 20"/>
          <p:cNvSpPr/>
          <p:nvPr userDrawn="1">
            <p:custDataLst>
              <p:tags r:id="rId25"/>
            </p:custDataLst>
          </p:nvPr>
        </p:nvSpPr>
        <p:spPr>
          <a:xfrm flipH="1">
            <a:off x="6112668" y="4018915"/>
            <a:ext cx="265604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任意多边形 21"/>
          <p:cNvSpPr/>
          <p:nvPr userDrawn="1">
            <p:custDataLst>
              <p:tags r:id="rId26"/>
            </p:custDataLst>
          </p:nvPr>
        </p:nvSpPr>
        <p:spPr>
          <a:xfrm flipH="1">
            <a:off x="88233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kumimoji="0" lang="en-US" sz="1800" b="0" i="0" u="none" strike="noStrike" kern="1200" cap="none" spc="0" normalizeH="0" baseline="0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>
              <a:defRPr kumimoji="0" lang="en-US" sz="1600" b="0" i="0" u="none" strike="noStrike" cap="none" spc="150" normalizeH="0" baseline="0" dirty="0" smtClean="0">
                <a:uFillTx/>
                <a:latin typeface="+mn-lt"/>
                <a:sym typeface="+mn-ea"/>
              </a:defRPr>
            </a:lvl2pPr>
            <a:lvl3pPr>
              <a:defRPr kumimoji="0" lang="en-US" sz="1600" b="0" i="0" u="none" strike="noStrike" cap="none" spc="150" normalizeH="0" baseline="0" dirty="0" smtClean="0">
                <a:uFillTx/>
                <a:latin typeface="+mn-lt"/>
                <a:sym typeface="+mn-ea"/>
              </a:defRPr>
            </a:lvl3pPr>
            <a:lvl4pPr>
              <a:defRPr kumimoji="0" lang="en-US" sz="1400" b="0" i="0" u="none" strike="noStrike" cap="none" spc="150" normalizeH="0" baseline="0" dirty="0" smtClean="0">
                <a:uFillTx/>
                <a:latin typeface="+mn-lt"/>
                <a:sym typeface="+mn-ea"/>
              </a:defRPr>
            </a:lvl4pPr>
            <a:lvl5pPr>
              <a:defRPr kumimoji="0" lang="en-US" sz="1400" b="0" i="0" u="none" strike="noStrike" cap="none" spc="150" normalizeH="0" baseline="0" dirty="0">
                <a:uFillTx/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Char char="●"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kumimoji="0" sz="3600" b="1" i="0" u="none" strike="noStrike" kern="1200" cap="none" spc="0" normalizeH="0" baseline="0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5" name="图片 64" descr="图片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14388"/>
          <a:stretch>
            <a:fillRect/>
          </a:stretch>
        </p:blipFill>
        <p:spPr>
          <a:xfrm>
            <a:off x="0" y="0"/>
            <a:ext cx="12192000" cy="2592070"/>
          </a:xfrm>
          <a:prstGeom prst="rect">
            <a:avLst/>
          </a:prstGeom>
        </p:spPr>
      </p:pic>
      <p:sp>
        <p:nvSpPr>
          <p:cNvPr id="64" name="矩形 63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2192000" cy="2592000"/>
          </a:xfrm>
          <a:prstGeom prst="rect">
            <a:avLst/>
          </a:prstGeom>
          <a:solidFill>
            <a:srgbClr val="000000">
              <a:alpha val="7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455891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直接连接符 8"/>
          <p:cNvCxnSpPr/>
          <p:nvPr>
            <p:custDataLst>
              <p:tags r:id="rId9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0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1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1984693" y="664280"/>
            <a:ext cx="8222615" cy="9410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5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>
            <a:off x="10106929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节编号"/>
          <p:cNvSpPr txBox="1">
            <a:spLocks noGrp="1"/>
          </p:cNvSpPr>
          <p:nvPr>
            <p:ph type="body" idx="15" hasCustomPrompt="1"/>
            <p:custDataLst>
              <p:tags r:id="rId5"/>
            </p:custDataLst>
          </p:nvPr>
        </p:nvSpPr>
        <p:spPr>
          <a:xfrm>
            <a:off x="4964314" y="1314507"/>
            <a:ext cx="2262735" cy="153613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1000" b="1" i="0" u="none" strike="noStrike" kern="1200" cap="none" spc="0" normalizeH="0" baseline="0" noProof="1" dirty="0">
                <a:gradFill>
                  <a:gsLst>
                    <a:gs pos="0">
                      <a:schemeClr val="bg1">
                        <a:lumMod val="95000"/>
                        <a:alpha val="50000"/>
                      </a:schemeClr>
                    </a:gs>
                    <a:gs pos="97000">
                      <a:schemeClr val="bg1">
                        <a:alpha val="19000"/>
                        <a:lumMod val="0"/>
                        <a:lumOff val="100000"/>
                      </a:schemeClr>
                    </a:gs>
                  </a:gsLst>
                  <a:lin ang="5400000" scaled="0"/>
                </a:gradFill>
                <a:latin typeface="+mn-lt"/>
                <a:sym typeface="思源宋体 CN Heavy" panose="02020900000000000000" charset="-122"/>
              </a:defRPr>
            </a:lvl1pPr>
          </a:lstStyle>
          <a:p>
            <a:pPr lvl="0" algn="ctr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4" hasCustomPrompt="1"/>
            <p:custDataLst>
              <p:tags r:id="rId6"/>
            </p:custDataLst>
          </p:nvPr>
        </p:nvSpPr>
        <p:spPr>
          <a:xfrm>
            <a:off x="2558974" y="2628071"/>
            <a:ext cx="7073413" cy="16969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思源宋体 CN Heavy" panose="02020900000000000000" charset="-122"/>
              </a:defRPr>
            </a:lvl1pPr>
          </a:lstStyle>
          <a:p>
            <a:pPr lvl="0" algn="ctr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7"/>
            </p:custDataLst>
          </p:nvPr>
        </p:nvCxnSpPr>
        <p:spPr>
          <a:xfrm>
            <a:off x="1080135" y="5397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8"/>
            </p:custDataLst>
          </p:nvPr>
        </p:nvCxnSpPr>
        <p:spPr>
          <a:xfrm>
            <a:off x="1080135" y="5981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9"/>
            </p:custDataLst>
          </p:nvPr>
        </p:nvCxnSpPr>
        <p:spPr>
          <a:xfrm>
            <a:off x="1080135" y="6565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  <p:pic>
        <p:nvPicPr>
          <p:cNvPr id="3" name="图片 2" descr="图片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45055" y="4277360"/>
            <a:ext cx="7501890" cy="1462405"/>
          </a:xfrm>
          <a:prstGeom prst="rect">
            <a:avLst/>
          </a:prstGeom>
        </p:spPr>
      </p:pic>
      <p:sp>
        <p:nvSpPr>
          <p:cNvPr id="16" name="任意多边形: 形状 38"/>
          <p:cNvSpPr/>
          <p:nvPr userDrawn="1">
            <p:custDataLst>
              <p:tags r:id="rId15"/>
            </p:custDataLst>
          </p:nvPr>
        </p:nvSpPr>
        <p:spPr>
          <a:xfrm>
            <a:off x="3769360" y="4663440"/>
            <a:ext cx="2218690" cy="149860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8" name="任意多边形: 形状 39"/>
          <p:cNvSpPr/>
          <p:nvPr userDrawn="1">
            <p:custDataLst>
              <p:tags r:id="rId16"/>
            </p:custDataLst>
          </p:nvPr>
        </p:nvSpPr>
        <p:spPr>
          <a:xfrm>
            <a:off x="2717800" y="4725670"/>
            <a:ext cx="1031875" cy="561975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0" name="任意多边形: 形状 40"/>
          <p:cNvSpPr/>
          <p:nvPr userDrawn="1">
            <p:custDataLst>
              <p:tags r:id="rId17"/>
            </p:custDataLst>
          </p:nvPr>
        </p:nvSpPr>
        <p:spPr>
          <a:xfrm>
            <a:off x="3049270" y="4832350"/>
            <a:ext cx="1381760" cy="364490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" name="任意多边形: 形状 42"/>
          <p:cNvSpPr/>
          <p:nvPr userDrawn="1">
            <p:custDataLst>
              <p:tags r:id="rId18"/>
            </p:custDataLst>
          </p:nvPr>
        </p:nvSpPr>
        <p:spPr>
          <a:xfrm flipH="1">
            <a:off x="6057900" y="4663440"/>
            <a:ext cx="2218690" cy="149860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1" name="任意多边形: 形状 43"/>
          <p:cNvSpPr/>
          <p:nvPr userDrawn="1">
            <p:custDataLst>
              <p:tags r:id="rId19"/>
            </p:custDataLst>
          </p:nvPr>
        </p:nvSpPr>
        <p:spPr>
          <a:xfrm flipH="1">
            <a:off x="8296275" y="4725670"/>
            <a:ext cx="1031875" cy="561975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2" name="任意多边形: 形状 44"/>
          <p:cNvSpPr/>
          <p:nvPr userDrawn="1">
            <p:custDataLst>
              <p:tags r:id="rId20"/>
            </p:custDataLst>
          </p:nvPr>
        </p:nvSpPr>
        <p:spPr>
          <a:xfrm flipH="1">
            <a:off x="7614920" y="4832350"/>
            <a:ext cx="1381760" cy="364490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1" name="任意多边形 12"/>
          <p:cNvSpPr/>
          <p:nvPr userDrawn="1">
            <p:custDataLst>
              <p:tags r:id="rId21"/>
            </p:custDataLst>
          </p:nvPr>
        </p:nvSpPr>
        <p:spPr>
          <a:xfrm>
            <a:off x="3770630" y="4700905"/>
            <a:ext cx="2198370" cy="73025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任意多边形 13"/>
          <p:cNvSpPr/>
          <p:nvPr userDrawn="1">
            <p:custDataLst>
              <p:tags r:id="rId22"/>
            </p:custDataLst>
          </p:nvPr>
        </p:nvSpPr>
        <p:spPr>
          <a:xfrm>
            <a:off x="2811145" y="4773295"/>
            <a:ext cx="914400" cy="257810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任意多边形 20"/>
          <p:cNvSpPr/>
          <p:nvPr userDrawn="1">
            <p:custDataLst>
              <p:tags r:id="rId23"/>
            </p:custDataLst>
          </p:nvPr>
        </p:nvSpPr>
        <p:spPr>
          <a:xfrm flipH="1">
            <a:off x="6077585" y="4700905"/>
            <a:ext cx="2178685" cy="73025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任意多边形 21"/>
          <p:cNvSpPr/>
          <p:nvPr userDrawn="1">
            <p:custDataLst>
              <p:tags r:id="rId24"/>
            </p:custDataLst>
          </p:nvPr>
        </p:nvSpPr>
        <p:spPr>
          <a:xfrm flipH="1">
            <a:off x="8301355" y="4773295"/>
            <a:ext cx="914400" cy="257810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"/>
          <p:cNvSpPr txBox="1">
            <a:spLocks noGrp="1"/>
          </p:cNvSpPr>
          <p:nvPr>
            <p:ph idx="5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9" name="矩形2"/>
          <p:cNvSpPr/>
          <p:nvPr>
            <p:custDataLst>
              <p:tags r:id="rId5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正文"/>
          <p:cNvSpPr txBox="1">
            <a:spLocks noGrp="1"/>
          </p:cNvSpPr>
          <p:nvPr>
            <p:ph idx="7" hasCustomPrompt="1"/>
            <p:custDataLst>
              <p:tags r:id="rId4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5" name="标题"/>
          <p:cNvSpPr txBox="1">
            <a:spLocks noGrp="1"/>
          </p:cNvSpPr>
          <p:nvPr>
            <p:ph type="title" idx="6" hasCustomPrompt="1"/>
            <p:custDataLst>
              <p:tags r:id="rId5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6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7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矩形2"/>
          <p:cNvSpPr/>
          <p:nvPr>
            <p:custDataLst>
              <p:tags r:id="rId9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矩形2"/>
          <p:cNvSpPr/>
          <p:nvPr>
            <p:custDataLst>
              <p:tags r:id="rId5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4" hasCustomPrompt="1"/>
            <p:custDataLst>
              <p:tags r:id="rId4"/>
            </p:custDataLst>
          </p:nvPr>
        </p:nvSpPr>
        <p:spPr>
          <a:xfrm>
            <a:off x="608330" y="1301750"/>
            <a:ext cx="10968990" cy="4057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矩形2"/>
          <p:cNvSpPr/>
          <p:nvPr>
            <p:custDataLst>
              <p:tags r:id="rId6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>
            <a:off x="455891" y="0"/>
            <a:ext cx="18034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标题"/>
          <p:cNvSpPr txBox="1">
            <a:spLocks noGrp="1"/>
          </p:cNvSpPr>
          <p:nvPr>
            <p:ph type="title" idx="15" hasCustomPrompt="1"/>
            <p:custDataLst>
              <p:tags r:id="rId5"/>
            </p:custDataLst>
          </p:nvPr>
        </p:nvSpPr>
        <p:spPr>
          <a:xfrm>
            <a:off x="1939290" y="1127055"/>
            <a:ext cx="8222615" cy="2278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6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7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8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署名"/>
          <p:cNvSpPr txBox="1">
            <a:spLocks noGrp="1"/>
          </p:cNvSpPr>
          <p:nvPr>
            <p:ph type="body" idx="8" hasCustomPrompt="1"/>
            <p:custDataLst>
              <p:tags r:id="rId9"/>
            </p:custDataLst>
          </p:nvPr>
        </p:nvSpPr>
        <p:spPr>
          <a:xfrm>
            <a:off x="8340000" y="6426000"/>
            <a:ext cx="3852000" cy="43200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 dirty="0"/>
          </a:p>
        </p:txBody>
      </p:sp>
      <p:pic>
        <p:nvPicPr>
          <p:cNvPr id="3" name="图片 2" descr="图片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62100" y="3502660"/>
            <a:ext cx="9145270" cy="1783080"/>
          </a:xfrm>
          <a:prstGeom prst="rect">
            <a:avLst/>
          </a:prstGeom>
        </p:spPr>
      </p:pic>
      <p:sp>
        <p:nvSpPr>
          <p:cNvPr id="16" name="任意多边形: 形状 38"/>
          <p:cNvSpPr/>
          <p:nvPr userDrawn="1">
            <p:custDataLst>
              <p:tags r:id="rId15"/>
            </p:custDataLst>
          </p:nvPr>
        </p:nvSpPr>
        <p:spPr>
          <a:xfrm>
            <a:off x="3298114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8" name="任意多边形: 形状 39"/>
          <p:cNvSpPr/>
          <p:nvPr userDrawn="1">
            <p:custDataLst>
              <p:tags r:id="rId16"/>
            </p:custDataLst>
          </p:nvPr>
        </p:nvSpPr>
        <p:spPr>
          <a:xfrm>
            <a:off x="201657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0" name="任意多边形: 形状 40"/>
          <p:cNvSpPr/>
          <p:nvPr userDrawn="1">
            <p:custDataLst>
              <p:tags r:id="rId17"/>
            </p:custDataLst>
          </p:nvPr>
        </p:nvSpPr>
        <p:spPr>
          <a:xfrm>
            <a:off x="2420566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3" name="任意多边形: 形状 42"/>
          <p:cNvSpPr/>
          <p:nvPr userDrawn="1">
            <p:custDataLst>
              <p:tags r:id="rId18"/>
            </p:custDataLst>
          </p:nvPr>
        </p:nvSpPr>
        <p:spPr>
          <a:xfrm flipH="1">
            <a:off x="6088380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4" name="任意多边形: 形状 43"/>
          <p:cNvSpPr/>
          <p:nvPr userDrawn="1">
            <p:custDataLst>
              <p:tags r:id="rId19"/>
            </p:custDataLst>
          </p:nvPr>
        </p:nvSpPr>
        <p:spPr>
          <a:xfrm flipH="1">
            <a:off x="881666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0" name="任意多边形: 形状 44"/>
          <p:cNvSpPr/>
          <p:nvPr userDrawn="1">
            <p:custDataLst>
              <p:tags r:id="rId20"/>
            </p:custDataLst>
          </p:nvPr>
        </p:nvSpPr>
        <p:spPr>
          <a:xfrm flipH="1">
            <a:off x="7986237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1" name="任意多边形 12"/>
          <p:cNvSpPr/>
          <p:nvPr userDrawn="1">
            <p:custDataLst>
              <p:tags r:id="rId21"/>
            </p:custDataLst>
          </p:nvPr>
        </p:nvSpPr>
        <p:spPr>
          <a:xfrm>
            <a:off x="3300095" y="4018915"/>
            <a:ext cx="268033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任意多边形 13"/>
          <p:cNvSpPr/>
          <p:nvPr userDrawn="1">
            <p:custDataLst>
              <p:tags r:id="rId22"/>
            </p:custDataLst>
          </p:nvPr>
        </p:nvSpPr>
        <p:spPr>
          <a:xfrm>
            <a:off x="21304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任意多边形 20"/>
          <p:cNvSpPr/>
          <p:nvPr userDrawn="1">
            <p:custDataLst>
              <p:tags r:id="rId23"/>
            </p:custDataLst>
          </p:nvPr>
        </p:nvSpPr>
        <p:spPr>
          <a:xfrm flipH="1">
            <a:off x="6112668" y="4018915"/>
            <a:ext cx="265604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任意多边形 21"/>
          <p:cNvSpPr/>
          <p:nvPr userDrawn="1">
            <p:custDataLst>
              <p:tags r:id="rId24"/>
            </p:custDataLst>
          </p:nvPr>
        </p:nvSpPr>
        <p:spPr>
          <a:xfrm flipH="1">
            <a:off x="88233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图片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62100" y="3502660"/>
            <a:ext cx="9145270" cy="178308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7"/>
            </p:custDataLst>
          </p:nvPr>
        </p:nvSpPr>
        <p:spPr>
          <a:xfrm>
            <a:off x="469240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副标题"/>
          <p:cNvSpPr txBox="1">
            <a:spLocks noGrp="1"/>
          </p:cNvSpPr>
          <p:nvPr>
            <p:ph type="body" idx="6" hasCustomPrompt="1"/>
            <p:custDataLst>
              <p:tags r:id="rId8"/>
            </p:custDataLst>
          </p:nvPr>
        </p:nvSpPr>
        <p:spPr>
          <a:xfrm>
            <a:off x="1939925" y="2533650"/>
            <a:ext cx="8220710" cy="6894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sz="2000" b="1" i="0" u="none" strike="noStrike" kern="1200" cap="none" spc="0" normalizeH="0" baseline="0" noProof="1" dirty="0" err="1">
                <a:solidFill>
                  <a:srgbClr val="FFFFFF"/>
                </a:solidFill>
                <a:latin typeface="+mj-lt"/>
                <a:sym typeface="思源宋体 CN Heavy" panose="02020900000000000000" charset="-122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5" hasCustomPrompt="1"/>
            <p:custDataLst>
              <p:tags r:id="rId9"/>
            </p:custDataLst>
          </p:nvPr>
        </p:nvSpPr>
        <p:spPr>
          <a:xfrm>
            <a:off x="712668" y="127000"/>
            <a:ext cx="10800000" cy="22352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2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10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11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12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3"/>
            </p:custDataLst>
          </p:nvPr>
        </p:nvSpPr>
        <p:spPr>
          <a:xfrm>
            <a:off x="8353349" y="6426000"/>
            <a:ext cx="3852000" cy="43200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 dirty="0"/>
          </a:p>
        </p:txBody>
      </p:sp>
      <p:sp>
        <p:nvSpPr>
          <p:cNvPr id="39" name="任意多边形: 形状 38"/>
          <p:cNvSpPr/>
          <p:nvPr userDrawn="1">
            <p:custDataLst>
              <p:tags r:id="rId17"/>
            </p:custDataLst>
          </p:nvPr>
        </p:nvSpPr>
        <p:spPr>
          <a:xfrm>
            <a:off x="3298114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0" name="任意多边形: 形状 39"/>
          <p:cNvSpPr/>
          <p:nvPr userDrawn="1">
            <p:custDataLst>
              <p:tags r:id="rId18"/>
            </p:custDataLst>
          </p:nvPr>
        </p:nvSpPr>
        <p:spPr>
          <a:xfrm>
            <a:off x="201657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1" name="任意多边形: 形状 40"/>
          <p:cNvSpPr/>
          <p:nvPr userDrawn="1">
            <p:custDataLst>
              <p:tags r:id="rId19"/>
            </p:custDataLst>
          </p:nvPr>
        </p:nvSpPr>
        <p:spPr>
          <a:xfrm>
            <a:off x="2420566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3" name="任意多边形: 形状 42"/>
          <p:cNvSpPr/>
          <p:nvPr userDrawn="1">
            <p:custDataLst>
              <p:tags r:id="rId20"/>
            </p:custDataLst>
          </p:nvPr>
        </p:nvSpPr>
        <p:spPr>
          <a:xfrm flipH="1">
            <a:off x="6088380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4" name="任意多边形: 形状 43"/>
          <p:cNvSpPr/>
          <p:nvPr userDrawn="1">
            <p:custDataLst>
              <p:tags r:id="rId21"/>
            </p:custDataLst>
          </p:nvPr>
        </p:nvSpPr>
        <p:spPr>
          <a:xfrm flipH="1">
            <a:off x="881666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5" name="任意多边形: 形状 44"/>
          <p:cNvSpPr/>
          <p:nvPr userDrawn="1">
            <p:custDataLst>
              <p:tags r:id="rId22"/>
            </p:custDataLst>
          </p:nvPr>
        </p:nvSpPr>
        <p:spPr>
          <a:xfrm flipH="1">
            <a:off x="7986237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6" name="任意多边形 12"/>
          <p:cNvSpPr/>
          <p:nvPr userDrawn="1">
            <p:custDataLst>
              <p:tags r:id="rId23"/>
            </p:custDataLst>
          </p:nvPr>
        </p:nvSpPr>
        <p:spPr>
          <a:xfrm>
            <a:off x="3300095" y="4018915"/>
            <a:ext cx="268033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任意多边形 13"/>
          <p:cNvSpPr/>
          <p:nvPr userDrawn="1">
            <p:custDataLst>
              <p:tags r:id="rId24"/>
            </p:custDataLst>
          </p:nvPr>
        </p:nvSpPr>
        <p:spPr>
          <a:xfrm>
            <a:off x="21304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任意多边形 20"/>
          <p:cNvSpPr/>
          <p:nvPr userDrawn="1">
            <p:custDataLst>
              <p:tags r:id="rId25"/>
            </p:custDataLst>
          </p:nvPr>
        </p:nvSpPr>
        <p:spPr>
          <a:xfrm flipH="1">
            <a:off x="6112668" y="4018915"/>
            <a:ext cx="265604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任意多边形 21"/>
          <p:cNvSpPr/>
          <p:nvPr userDrawn="1">
            <p:custDataLst>
              <p:tags r:id="rId26"/>
            </p:custDataLst>
          </p:nvPr>
        </p:nvSpPr>
        <p:spPr>
          <a:xfrm flipH="1">
            <a:off x="88233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kumimoji="0" lang="en-US" sz="1800" b="0" i="0" u="none" strike="noStrike" kern="1200" cap="none" spc="0" normalizeH="0" baseline="0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>
              <a:defRPr kumimoji="0" lang="en-US" sz="1600" b="0" i="0" u="none" strike="noStrike" cap="none" spc="150" normalizeH="0" baseline="0" dirty="0" smtClean="0">
                <a:uFillTx/>
                <a:latin typeface="+mn-lt"/>
                <a:sym typeface="+mn-ea"/>
              </a:defRPr>
            </a:lvl2pPr>
            <a:lvl3pPr>
              <a:defRPr kumimoji="0" lang="en-US" sz="1600" b="0" i="0" u="none" strike="noStrike" cap="none" spc="150" normalizeH="0" baseline="0" dirty="0" smtClean="0">
                <a:uFillTx/>
                <a:latin typeface="+mn-lt"/>
                <a:sym typeface="+mn-ea"/>
              </a:defRPr>
            </a:lvl3pPr>
            <a:lvl4pPr>
              <a:defRPr kumimoji="0" lang="en-US" sz="1400" b="0" i="0" u="none" strike="noStrike" cap="none" spc="150" normalizeH="0" baseline="0" dirty="0" smtClean="0">
                <a:uFillTx/>
                <a:latin typeface="+mn-lt"/>
                <a:sym typeface="+mn-ea"/>
              </a:defRPr>
            </a:lvl4pPr>
            <a:lvl5pPr>
              <a:defRPr kumimoji="0" lang="en-US" sz="1400" b="0" i="0" u="none" strike="noStrike" cap="none" spc="150" normalizeH="0" baseline="0" dirty="0">
                <a:uFillTx/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Char char="●"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kumimoji="0" sz="3600" b="1" i="0" u="none" strike="noStrike" kern="1200" cap="none" spc="0" normalizeH="0" baseline="0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5" name="图片 64" descr="图片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14388"/>
          <a:stretch>
            <a:fillRect/>
          </a:stretch>
        </p:blipFill>
        <p:spPr>
          <a:xfrm>
            <a:off x="0" y="0"/>
            <a:ext cx="12192000" cy="2592070"/>
          </a:xfrm>
          <a:prstGeom prst="rect">
            <a:avLst/>
          </a:prstGeom>
        </p:spPr>
      </p:pic>
      <p:sp>
        <p:nvSpPr>
          <p:cNvPr id="64" name="矩形 63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2192000" cy="2592000"/>
          </a:xfrm>
          <a:prstGeom prst="rect">
            <a:avLst/>
          </a:prstGeom>
          <a:solidFill>
            <a:srgbClr val="000000">
              <a:alpha val="7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455891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直接连接符 8"/>
          <p:cNvCxnSpPr/>
          <p:nvPr>
            <p:custDataLst>
              <p:tags r:id="rId9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0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1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1984693" y="664280"/>
            <a:ext cx="8222615" cy="9410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5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>
            <a:off x="10106929" y="0"/>
            <a:ext cx="1803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节编号"/>
          <p:cNvSpPr txBox="1">
            <a:spLocks noGrp="1"/>
          </p:cNvSpPr>
          <p:nvPr>
            <p:ph type="body" idx="15" hasCustomPrompt="1"/>
            <p:custDataLst>
              <p:tags r:id="rId5"/>
            </p:custDataLst>
          </p:nvPr>
        </p:nvSpPr>
        <p:spPr>
          <a:xfrm>
            <a:off x="4964314" y="1314507"/>
            <a:ext cx="2262735" cy="153613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1000" b="1" i="0" u="none" strike="noStrike" kern="1200" cap="none" spc="0" normalizeH="0" baseline="0" noProof="1" dirty="0">
                <a:gradFill>
                  <a:gsLst>
                    <a:gs pos="0">
                      <a:schemeClr val="bg1">
                        <a:lumMod val="95000"/>
                        <a:alpha val="50000"/>
                      </a:schemeClr>
                    </a:gs>
                    <a:gs pos="97000">
                      <a:schemeClr val="bg1">
                        <a:alpha val="19000"/>
                        <a:lumMod val="0"/>
                        <a:lumOff val="100000"/>
                      </a:schemeClr>
                    </a:gs>
                  </a:gsLst>
                  <a:lin ang="5400000" scaled="0"/>
                </a:gradFill>
                <a:latin typeface="+mn-lt"/>
                <a:sym typeface="思源宋体 CN Heavy" panose="02020900000000000000" charset="-122"/>
              </a:defRPr>
            </a:lvl1pPr>
          </a:lstStyle>
          <a:p>
            <a:pPr lvl="0" algn="ctr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4" hasCustomPrompt="1"/>
            <p:custDataLst>
              <p:tags r:id="rId6"/>
            </p:custDataLst>
          </p:nvPr>
        </p:nvSpPr>
        <p:spPr>
          <a:xfrm>
            <a:off x="2558974" y="2628071"/>
            <a:ext cx="7073413" cy="16969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思源宋体 CN Heavy" panose="02020900000000000000" charset="-122"/>
              </a:defRPr>
            </a:lvl1pPr>
          </a:lstStyle>
          <a:p>
            <a:pPr lvl="0" algn="ctr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7"/>
            </p:custDataLst>
          </p:nvPr>
        </p:nvCxnSpPr>
        <p:spPr>
          <a:xfrm>
            <a:off x="1080135" y="53975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8"/>
            </p:custDataLst>
          </p:nvPr>
        </p:nvCxnSpPr>
        <p:spPr>
          <a:xfrm>
            <a:off x="1080135" y="59817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9"/>
            </p:custDataLst>
          </p:nvPr>
        </p:nvCxnSpPr>
        <p:spPr>
          <a:xfrm>
            <a:off x="1080135" y="656590"/>
            <a:ext cx="133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  <p:pic>
        <p:nvPicPr>
          <p:cNvPr id="3" name="图片 2" descr="图片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45055" y="4277360"/>
            <a:ext cx="7501890" cy="1462405"/>
          </a:xfrm>
          <a:prstGeom prst="rect">
            <a:avLst/>
          </a:prstGeom>
        </p:spPr>
      </p:pic>
      <p:sp>
        <p:nvSpPr>
          <p:cNvPr id="16" name="任意多边形: 形状 38"/>
          <p:cNvSpPr/>
          <p:nvPr userDrawn="1">
            <p:custDataLst>
              <p:tags r:id="rId15"/>
            </p:custDataLst>
          </p:nvPr>
        </p:nvSpPr>
        <p:spPr>
          <a:xfrm>
            <a:off x="3769360" y="4663440"/>
            <a:ext cx="2218690" cy="149860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8" name="任意多边形: 形状 39"/>
          <p:cNvSpPr/>
          <p:nvPr userDrawn="1">
            <p:custDataLst>
              <p:tags r:id="rId16"/>
            </p:custDataLst>
          </p:nvPr>
        </p:nvSpPr>
        <p:spPr>
          <a:xfrm>
            <a:off x="2717800" y="4725670"/>
            <a:ext cx="1031875" cy="561975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0" name="任意多边形: 形状 40"/>
          <p:cNvSpPr/>
          <p:nvPr userDrawn="1">
            <p:custDataLst>
              <p:tags r:id="rId17"/>
            </p:custDataLst>
          </p:nvPr>
        </p:nvSpPr>
        <p:spPr>
          <a:xfrm>
            <a:off x="3049270" y="4832350"/>
            <a:ext cx="1381760" cy="364490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" name="任意多边形: 形状 42"/>
          <p:cNvSpPr/>
          <p:nvPr userDrawn="1">
            <p:custDataLst>
              <p:tags r:id="rId18"/>
            </p:custDataLst>
          </p:nvPr>
        </p:nvSpPr>
        <p:spPr>
          <a:xfrm flipH="1">
            <a:off x="6057900" y="4663440"/>
            <a:ext cx="2218690" cy="149860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1" name="任意多边形: 形状 43"/>
          <p:cNvSpPr/>
          <p:nvPr userDrawn="1">
            <p:custDataLst>
              <p:tags r:id="rId19"/>
            </p:custDataLst>
          </p:nvPr>
        </p:nvSpPr>
        <p:spPr>
          <a:xfrm flipH="1">
            <a:off x="8296275" y="4725670"/>
            <a:ext cx="1031875" cy="561975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2" name="任意多边形: 形状 44"/>
          <p:cNvSpPr/>
          <p:nvPr userDrawn="1">
            <p:custDataLst>
              <p:tags r:id="rId20"/>
            </p:custDataLst>
          </p:nvPr>
        </p:nvSpPr>
        <p:spPr>
          <a:xfrm flipH="1">
            <a:off x="7614920" y="4832350"/>
            <a:ext cx="1381760" cy="364490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1" name="任意多边形 12"/>
          <p:cNvSpPr/>
          <p:nvPr userDrawn="1">
            <p:custDataLst>
              <p:tags r:id="rId21"/>
            </p:custDataLst>
          </p:nvPr>
        </p:nvSpPr>
        <p:spPr>
          <a:xfrm>
            <a:off x="3770630" y="4700905"/>
            <a:ext cx="2198370" cy="73025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任意多边形 13"/>
          <p:cNvSpPr/>
          <p:nvPr userDrawn="1">
            <p:custDataLst>
              <p:tags r:id="rId22"/>
            </p:custDataLst>
          </p:nvPr>
        </p:nvSpPr>
        <p:spPr>
          <a:xfrm>
            <a:off x="2811145" y="4773295"/>
            <a:ext cx="914400" cy="257810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任意多边形 20"/>
          <p:cNvSpPr/>
          <p:nvPr userDrawn="1">
            <p:custDataLst>
              <p:tags r:id="rId23"/>
            </p:custDataLst>
          </p:nvPr>
        </p:nvSpPr>
        <p:spPr>
          <a:xfrm flipH="1">
            <a:off x="6077585" y="4700905"/>
            <a:ext cx="2178685" cy="73025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任意多边形 21"/>
          <p:cNvSpPr/>
          <p:nvPr userDrawn="1">
            <p:custDataLst>
              <p:tags r:id="rId24"/>
            </p:custDataLst>
          </p:nvPr>
        </p:nvSpPr>
        <p:spPr>
          <a:xfrm flipH="1">
            <a:off x="8301355" y="4773295"/>
            <a:ext cx="914400" cy="257810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"/>
          <p:cNvSpPr txBox="1">
            <a:spLocks noGrp="1"/>
          </p:cNvSpPr>
          <p:nvPr>
            <p:ph idx="5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9" name="矩形2"/>
          <p:cNvSpPr/>
          <p:nvPr>
            <p:custDataLst>
              <p:tags r:id="rId5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正文"/>
          <p:cNvSpPr txBox="1">
            <a:spLocks noGrp="1"/>
          </p:cNvSpPr>
          <p:nvPr>
            <p:ph idx="7" hasCustomPrompt="1"/>
            <p:custDataLst>
              <p:tags r:id="rId4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5" name="标题"/>
          <p:cNvSpPr txBox="1">
            <a:spLocks noGrp="1"/>
          </p:cNvSpPr>
          <p:nvPr>
            <p:ph type="title" idx="6" hasCustomPrompt="1"/>
            <p:custDataLst>
              <p:tags r:id="rId5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6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7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矩形2"/>
          <p:cNvSpPr/>
          <p:nvPr>
            <p:custDataLst>
              <p:tags r:id="rId9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矩形2"/>
          <p:cNvSpPr/>
          <p:nvPr>
            <p:custDataLst>
              <p:tags r:id="rId5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FFFFFF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4" hasCustomPrompt="1"/>
            <p:custDataLst>
              <p:tags r:id="rId4"/>
            </p:custDataLst>
          </p:nvPr>
        </p:nvSpPr>
        <p:spPr>
          <a:xfrm>
            <a:off x="608330" y="1301750"/>
            <a:ext cx="10968990" cy="4057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思源宋体 CN Heavy" panose="020209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矩形2"/>
          <p:cNvSpPr/>
          <p:nvPr>
            <p:custDataLst>
              <p:tags r:id="rId6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>
            <a:off x="455891" y="0"/>
            <a:ext cx="1803400" cy="1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标题"/>
          <p:cNvSpPr txBox="1">
            <a:spLocks noGrp="1"/>
          </p:cNvSpPr>
          <p:nvPr>
            <p:ph type="title" idx="15" hasCustomPrompt="1"/>
            <p:custDataLst>
              <p:tags r:id="rId5"/>
            </p:custDataLst>
          </p:nvPr>
        </p:nvSpPr>
        <p:spPr>
          <a:xfrm>
            <a:off x="1939290" y="1127055"/>
            <a:ext cx="8222615" cy="2278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6"/>
            </p:custDataLst>
          </p:nvPr>
        </p:nvCxnSpPr>
        <p:spPr>
          <a:xfrm>
            <a:off x="11452860" y="38735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7"/>
            </p:custDataLst>
          </p:nvPr>
        </p:nvCxnSpPr>
        <p:spPr>
          <a:xfrm>
            <a:off x="11452860" y="44577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8"/>
            </p:custDataLst>
          </p:nvPr>
        </p:nvCxnSpPr>
        <p:spPr>
          <a:xfrm>
            <a:off x="11452860" y="504190"/>
            <a:ext cx="13398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署名"/>
          <p:cNvSpPr txBox="1">
            <a:spLocks noGrp="1"/>
          </p:cNvSpPr>
          <p:nvPr>
            <p:ph type="body" idx="8" hasCustomPrompt="1"/>
            <p:custDataLst>
              <p:tags r:id="rId9"/>
            </p:custDataLst>
          </p:nvPr>
        </p:nvSpPr>
        <p:spPr>
          <a:xfrm>
            <a:off x="8340000" y="6426000"/>
            <a:ext cx="3852000" cy="43200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8A7C1E-2A5F-40B7-A582-9DDDC615245A}" type="slidenum">
              <a:rPr lang="en-US" smtClean="0"/>
            </a:fld>
            <a:endParaRPr lang="en-US" dirty="0"/>
          </a:p>
        </p:txBody>
      </p:sp>
      <p:pic>
        <p:nvPicPr>
          <p:cNvPr id="3" name="图片 2" descr="图片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62100" y="3502660"/>
            <a:ext cx="9145270" cy="1783080"/>
          </a:xfrm>
          <a:prstGeom prst="rect">
            <a:avLst/>
          </a:prstGeom>
        </p:spPr>
      </p:pic>
      <p:sp>
        <p:nvSpPr>
          <p:cNvPr id="16" name="任意多边形: 形状 38"/>
          <p:cNvSpPr/>
          <p:nvPr userDrawn="1">
            <p:custDataLst>
              <p:tags r:id="rId15"/>
            </p:custDataLst>
          </p:nvPr>
        </p:nvSpPr>
        <p:spPr>
          <a:xfrm>
            <a:off x="3298114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18" name="任意多边形: 形状 39"/>
          <p:cNvSpPr/>
          <p:nvPr userDrawn="1">
            <p:custDataLst>
              <p:tags r:id="rId16"/>
            </p:custDataLst>
          </p:nvPr>
        </p:nvSpPr>
        <p:spPr>
          <a:xfrm>
            <a:off x="201657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0" name="任意多边形: 形状 40"/>
          <p:cNvSpPr/>
          <p:nvPr userDrawn="1">
            <p:custDataLst>
              <p:tags r:id="rId17"/>
            </p:custDataLst>
          </p:nvPr>
        </p:nvSpPr>
        <p:spPr>
          <a:xfrm>
            <a:off x="2420566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3" name="任意多边形: 形状 42"/>
          <p:cNvSpPr/>
          <p:nvPr userDrawn="1">
            <p:custDataLst>
              <p:tags r:id="rId18"/>
            </p:custDataLst>
          </p:nvPr>
        </p:nvSpPr>
        <p:spPr>
          <a:xfrm flipH="1">
            <a:off x="6088380" y="3973052"/>
            <a:ext cx="2704728" cy="182661"/>
          </a:xfrm>
          <a:custGeom>
            <a:avLst/>
            <a:gdLst>
              <a:gd name="connsiteX0" fmla="*/ 2703247 w 2704728"/>
              <a:gd name="connsiteY0" fmla="*/ -67 h 182661"/>
              <a:gd name="connsiteX1" fmla="*/ 2673799 w 2704728"/>
              <a:gd name="connsiteY1" fmla="*/ 94210 h 182661"/>
              <a:gd name="connsiteX2" fmla="*/ -70 w 2704728"/>
              <a:gd name="connsiteY2" fmla="*/ 182594 h 182661"/>
              <a:gd name="connsiteX3" fmla="*/ -70 w 2704728"/>
              <a:gd name="connsiteY3" fmla="*/ 76533 h 182661"/>
              <a:gd name="connsiteX4" fmla="*/ 1242631 w 2704728"/>
              <a:gd name="connsiteY4" fmla="*/ 23502 h 182661"/>
              <a:gd name="connsiteX5" fmla="*/ 2703247 w 2704728"/>
              <a:gd name="connsiteY5" fmla="*/ -67 h 18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4728" h="182661">
                <a:moveTo>
                  <a:pt x="2703247" y="-67"/>
                </a:moveTo>
                <a:cubicBezTo>
                  <a:pt x="2703247" y="-67"/>
                  <a:pt x="2714438" y="66286"/>
                  <a:pt x="2673799" y="94210"/>
                </a:cubicBezTo>
                <a:cubicBezTo>
                  <a:pt x="2673799" y="94210"/>
                  <a:pt x="415263" y="136723"/>
                  <a:pt x="-70" y="182594"/>
                </a:cubicBezTo>
                <a:lnTo>
                  <a:pt x="-70" y="76533"/>
                </a:lnTo>
                <a:cubicBezTo>
                  <a:pt x="-70" y="76533"/>
                  <a:pt x="967076" y="29395"/>
                  <a:pt x="1242631" y="23502"/>
                </a:cubicBezTo>
                <a:cubicBezTo>
                  <a:pt x="1470446" y="18647"/>
                  <a:pt x="2703247" y="-67"/>
                  <a:pt x="2703247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4" name="任意多边形: 形状 43"/>
          <p:cNvSpPr/>
          <p:nvPr userDrawn="1">
            <p:custDataLst>
              <p:tags r:id="rId19"/>
            </p:custDataLst>
          </p:nvPr>
        </p:nvSpPr>
        <p:spPr>
          <a:xfrm flipH="1">
            <a:off x="8816667" y="4049652"/>
            <a:ext cx="1257978" cy="685403"/>
          </a:xfrm>
          <a:custGeom>
            <a:avLst/>
            <a:gdLst>
              <a:gd name="connsiteX0" fmla="*/ 1257908 w 1257978"/>
              <a:gd name="connsiteY0" fmla="*/ -67 h 685403"/>
              <a:gd name="connsiteX1" fmla="*/ 1257908 w 1257978"/>
              <a:gd name="connsiteY1" fmla="*/ 105994 h 685403"/>
              <a:gd name="connsiteX2" fmla="*/ 138888 w 1257978"/>
              <a:gd name="connsiteY2" fmla="*/ 371148 h 685403"/>
              <a:gd name="connsiteX3" fmla="*/ 333244 w 1257978"/>
              <a:gd name="connsiteY3" fmla="*/ 595056 h 685403"/>
              <a:gd name="connsiteX4" fmla="*/ 1081221 w 1257978"/>
              <a:gd name="connsiteY4" fmla="*/ 583271 h 685403"/>
              <a:gd name="connsiteX5" fmla="*/ 951650 w 1257978"/>
              <a:gd name="connsiteY5" fmla="*/ 665764 h 685403"/>
              <a:gd name="connsiteX6" fmla="*/ 97661 w 1257978"/>
              <a:gd name="connsiteY6" fmla="*/ 642194 h 685403"/>
              <a:gd name="connsiteX7" fmla="*/ 156557 w 1257978"/>
              <a:gd name="connsiteY7" fmla="*/ 253302 h 685403"/>
              <a:gd name="connsiteX8" fmla="*/ 1257908 w 1257978"/>
              <a:gd name="connsiteY8" fmla="*/ -67 h 6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7978" h="685403">
                <a:moveTo>
                  <a:pt x="1257908" y="-67"/>
                </a:moveTo>
                <a:lnTo>
                  <a:pt x="1257908" y="105994"/>
                </a:lnTo>
                <a:cubicBezTo>
                  <a:pt x="1257908" y="105994"/>
                  <a:pt x="306234" y="180727"/>
                  <a:pt x="138888" y="371148"/>
                </a:cubicBezTo>
                <a:cubicBezTo>
                  <a:pt x="-2851" y="532432"/>
                  <a:pt x="197890" y="597030"/>
                  <a:pt x="333244" y="595056"/>
                </a:cubicBezTo>
                <a:cubicBezTo>
                  <a:pt x="404314" y="594019"/>
                  <a:pt x="1081221" y="583271"/>
                  <a:pt x="1081221" y="583271"/>
                </a:cubicBezTo>
                <a:lnTo>
                  <a:pt x="951650" y="665764"/>
                </a:lnTo>
                <a:cubicBezTo>
                  <a:pt x="951650" y="665764"/>
                  <a:pt x="261980" y="722777"/>
                  <a:pt x="97661" y="642194"/>
                </a:cubicBezTo>
                <a:cubicBezTo>
                  <a:pt x="-34236" y="577514"/>
                  <a:pt x="-49255" y="402719"/>
                  <a:pt x="156557" y="253302"/>
                </a:cubicBezTo>
                <a:cubicBezTo>
                  <a:pt x="393194" y="81506"/>
                  <a:pt x="916719" y="17021"/>
                  <a:pt x="1257908" y="-67"/>
                </a:cubicBez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0" name="任意多边形: 形状 44"/>
          <p:cNvSpPr/>
          <p:nvPr userDrawn="1">
            <p:custDataLst>
              <p:tags r:id="rId20"/>
            </p:custDataLst>
          </p:nvPr>
        </p:nvSpPr>
        <p:spPr>
          <a:xfrm flipH="1">
            <a:off x="7986237" y="4179283"/>
            <a:ext cx="1684419" cy="444618"/>
          </a:xfrm>
          <a:custGeom>
            <a:avLst/>
            <a:gdLst>
              <a:gd name="connsiteX0" fmla="*/ 1684350 w 1684419"/>
              <a:gd name="connsiteY0" fmla="*/ -67 h 444618"/>
              <a:gd name="connsiteX1" fmla="*/ 1366313 w 1684419"/>
              <a:gd name="connsiteY1" fmla="*/ 394717 h 444618"/>
              <a:gd name="connsiteX2" fmla="*/ 1113061 w 1684419"/>
              <a:gd name="connsiteY2" fmla="*/ 441856 h 444618"/>
              <a:gd name="connsiteX3" fmla="*/ 1354533 w 1684419"/>
              <a:gd name="connsiteY3" fmla="*/ 259194 h 444618"/>
              <a:gd name="connsiteX4" fmla="*/ 1431098 w 1684419"/>
              <a:gd name="connsiteY4" fmla="*/ 164918 h 444618"/>
              <a:gd name="connsiteX5" fmla="*/ 930484 w 1684419"/>
              <a:gd name="connsiteY5" fmla="*/ 182594 h 444618"/>
              <a:gd name="connsiteX6" fmla="*/ 930484 w 1684419"/>
              <a:gd name="connsiteY6" fmla="*/ 153133 h 444618"/>
              <a:gd name="connsiteX7" fmla="*/ 906925 w 1684419"/>
              <a:gd name="connsiteY7" fmla="*/ 153133 h 444618"/>
              <a:gd name="connsiteX8" fmla="*/ 901036 w 1684419"/>
              <a:gd name="connsiteY8" fmla="*/ 135456 h 444618"/>
              <a:gd name="connsiteX9" fmla="*/ 895146 w 1684419"/>
              <a:gd name="connsiteY9" fmla="*/ 129564 h 444618"/>
              <a:gd name="connsiteX10" fmla="*/ 889257 w 1684419"/>
              <a:gd name="connsiteY10" fmla="*/ 153133 h 444618"/>
              <a:gd name="connsiteX11" fmla="*/ 871588 w 1684419"/>
              <a:gd name="connsiteY11" fmla="*/ 153133 h 444618"/>
              <a:gd name="connsiteX12" fmla="*/ 871588 w 1684419"/>
              <a:gd name="connsiteY12" fmla="*/ 129564 h 444618"/>
              <a:gd name="connsiteX13" fmla="*/ 865698 w 1684419"/>
              <a:gd name="connsiteY13" fmla="*/ 129564 h 444618"/>
              <a:gd name="connsiteX14" fmla="*/ 859809 w 1684419"/>
              <a:gd name="connsiteY14" fmla="*/ 182594 h 444618"/>
              <a:gd name="connsiteX15" fmla="*/ -70 w 1684419"/>
              <a:gd name="connsiteY15" fmla="*/ 229733 h 444618"/>
              <a:gd name="connsiteX16" fmla="*/ 859809 w 1684419"/>
              <a:gd name="connsiteY16" fmla="*/ 52964 h 444618"/>
              <a:gd name="connsiteX17" fmla="*/ 865698 w 1684419"/>
              <a:gd name="connsiteY17" fmla="*/ 111887 h 444618"/>
              <a:gd name="connsiteX18" fmla="*/ 871588 w 1684419"/>
              <a:gd name="connsiteY18" fmla="*/ 111887 h 444618"/>
              <a:gd name="connsiteX19" fmla="*/ 877477 w 1684419"/>
              <a:gd name="connsiteY19" fmla="*/ 70641 h 444618"/>
              <a:gd name="connsiteX20" fmla="*/ 889257 w 1684419"/>
              <a:gd name="connsiteY20" fmla="*/ 70641 h 444618"/>
              <a:gd name="connsiteX21" fmla="*/ 895146 w 1684419"/>
              <a:gd name="connsiteY21" fmla="*/ 47071 h 444618"/>
              <a:gd name="connsiteX22" fmla="*/ 1684350 w 1684419"/>
              <a:gd name="connsiteY22" fmla="*/ -67 h 44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84419" h="444618">
                <a:moveTo>
                  <a:pt x="1684350" y="-67"/>
                </a:moveTo>
                <a:cubicBezTo>
                  <a:pt x="1684350" y="-67"/>
                  <a:pt x="1589257" y="327934"/>
                  <a:pt x="1366313" y="394717"/>
                </a:cubicBezTo>
                <a:cubicBezTo>
                  <a:pt x="1143368" y="461501"/>
                  <a:pt x="1113061" y="441856"/>
                  <a:pt x="1113061" y="441856"/>
                </a:cubicBezTo>
                <a:cubicBezTo>
                  <a:pt x="1113061" y="441856"/>
                  <a:pt x="1307729" y="326862"/>
                  <a:pt x="1354533" y="259194"/>
                </a:cubicBezTo>
                <a:cubicBezTo>
                  <a:pt x="1401338" y="191527"/>
                  <a:pt x="1431098" y="164918"/>
                  <a:pt x="1431098" y="164918"/>
                </a:cubicBezTo>
                <a:lnTo>
                  <a:pt x="930484" y="182594"/>
                </a:lnTo>
                <a:lnTo>
                  <a:pt x="930484" y="153133"/>
                </a:lnTo>
                <a:lnTo>
                  <a:pt x="906925" y="153133"/>
                </a:lnTo>
                <a:lnTo>
                  <a:pt x="901036" y="135456"/>
                </a:lnTo>
                <a:lnTo>
                  <a:pt x="895146" y="129564"/>
                </a:lnTo>
                <a:lnTo>
                  <a:pt x="889257" y="153133"/>
                </a:lnTo>
                <a:lnTo>
                  <a:pt x="871588" y="153133"/>
                </a:lnTo>
                <a:lnTo>
                  <a:pt x="871588" y="129564"/>
                </a:lnTo>
                <a:lnTo>
                  <a:pt x="865698" y="129564"/>
                </a:lnTo>
                <a:lnTo>
                  <a:pt x="859809" y="182594"/>
                </a:lnTo>
                <a:cubicBezTo>
                  <a:pt x="859809" y="182594"/>
                  <a:pt x="188473" y="204879"/>
                  <a:pt x="-70" y="229733"/>
                </a:cubicBezTo>
                <a:cubicBezTo>
                  <a:pt x="-70" y="229733"/>
                  <a:pt x="475926" y="49906"/>
                  <a:pt x="859809" y="52964"/>
                </a:cubicBezTo>
                <a:lnTo>
                  <a:pt x="865698" y="111887"/>
                </a:lnTo>
                <a:lnTo>
                  <a:pt x="871588" y="111887"/>
                </a:lnTo>
                <a:lnTo>
                  <a:pt x="877477" y="70641"/>
                </a:lnTo>
                <a:lnTo>
                  <a:pt x="889257" y="70641"/>
                </a:lnTo>
                <a:lnTo>
                  <a:pt x="895146" y="47071"/>
                </a:lnTo>
                <a:lnTo>
                  <a:pt x="1684350" y="-67"/>
                </a:lnTo>
                <a:close/>
              </a:path>
            </a:pathLst>
          </a:custGeom>
          <a:solidFill>
            <a:schemeClr val="accent1"/>
          </a:solidFill>
          <a:ln w="5889" cap="flat">
            <a:noFill/>
            <a:prstDash val="solid"/>
            <a:miter/>
          </a:ln>
          <a:effectLst>
            <a:outerShdw blurRad="304800" dist="25400" dir="8100000" sx="120000" sy="120000" algn="ctr" rotWithShape="0">
              <a:schemeClr val="accent2">
                <a:alpha val="5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1" name="任意多边形 12"/>
          <p:cNvSpPr/>
          <p:nvPr userDrawn="1">
            <p:custDataLst>
              <p:tags r:id="rId21"/>
            </p:custDataLst>
          </p:nvPr>
        </p:nvSpPr>
        <p:spPr>
          <a:xfrm>
            <a:off x="3300095" y="4018915"/>
            <a:ext cx="268033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任意多边形 13"/>
          <p:cNvSpPr/>
          <p:nvPr userDrawn="1">
            <p:custDataLst>
              <p:tags r:id="rId22"/>
            </p:custDataLst>
          </p:nvPr>
        </p:nvSpPr>
        <p:spPr>
          <a:xfrm>
            <a:off x="21304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任意多边形 20"/>
          <p:cNvSpPr/>
          <p:nvPr userDrawn="1">
            <p:custDataLst>
              <p:tags r:id="rId23"/>
            </p:custDataLst>
          </p:nvPr>
        </p:nvSpPr>
        <p:spPr>
          <a:xfrm flipH="1">
            <a:off x="6112668" y="4018915"/>
            <a:ext cx="2656045" cy="88900"/>
          </a:xfrm>
          <a:custGeom>
            <a:avLst/>
            <a:gdLst>
              <a:gd name="connsiteX0" fmla="*/ 4221 w 4221"/>
              <a:gd name="connsiteY0" fmla="*/ 0 h 140"/>
              <a:gd name="connsiteX1" fmla="*/ 0 w 4221"/>
              <a:gd name="connsiteY1" fmla="*/ 140 h 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21" h="140">
                <a:moveTo>
                  <a:pt x="4221" y="0"/>
                </a:moveTo>
                <a:cubicBezTo>
                  <a:pt x="3276" y="-3"/>
                  <a:pt x="864" y="68"/>
                  <a:pt x="0" y="140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  <a:gs pos="65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</a:gsLst>
              <a:lin ang="58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任意多边形 21"/>
          <p:cNvSpPr/>
          <p:nvPr userDrawn="1">
            <p:custDataLst>
              <p:tags r:id="rId24"/>
            </p:custDataLst>
          </p:nvPr>
        </p:nvSpPr>
        <p:spPr>
          <a:xfrm flipH="1">
            <a:off x="8823325" y="4107180"/>
            <a:ext cx="1115060" cy="314325"/>
          </a:xfrm>
          <a:custGeom>
            <a:avLst/>
            <a:gdLst>
              <a:gd name="connsiteX0" fmla="*/ 1756 w 1756"/>
              <a:gd name="connsiteY0" fmla="*/ 0 h 495"/>
              <a:gd name="connsiteX1" fmla="*/ 0 w 1756"/>
              <a:gd name="connsiteY1" fmla="*/ 495 h 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95">
                <a:moveTo>
                  <a:pt x="1756" y="0"/>
                </a:moveTo>
                <a:cubicBezTo>
                  <a:pt x="1366" y="15"/>
                  <a:pt x="381" y="111"/>
                  <a:pt x="0" y="495"/>
                </a:cubicBezTo>
              </a:path>
            </a:pathLst>
          </a:custGeom>
          <a:noFill/>
          <a:ln w="28575" cap="rnd">
            <a:gradFill>
              <a:gsLst>
                <a:gs pos="100000">
                  <a:schemeClr val="accent1">
                    <a:lumMod val="20000"/>
                    <a:lumOff val="80000"/>
                    <a:alpha val="2000"/>
                  </a:schemeClr>
                </a:gs>
                <a:gs pos="0">
                  <a:schemeClr val="accent1">
                    <a:lumMod val="20000"/>
                    <a:lumOff val="80000"/>
                    <a:alpha val="2000"/>
                  </a:schemeClr>
                </a:gs>
                <a:gs pos="47000">
                  <a:schemeClr val="accent1">
                    <a:lumMod val="20000"/>
                    <a:lumOff val="80000"/>
                  </a:schemeClr>
                </a:gs>
                <a:gs pos="29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12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26.xml"/><Relationship Id="rId18" Type="http://schemas.openxmlformats.org/officeDocument/2006/relationships/tags" Target="../tags/tag125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image" Target="../media/image5.png"/><Relationship Id="rId12" Type="http://schemas.openxmlformats.org/officeDocument/2006/relationships/tags" Target="../tags/tag1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25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image" Target="../media/image5.png"/><Relationship Id="rId12" Type="http://schemas.openxmlformats.org/officeDocument/2006/relationships/tags" Target="../tags/tag24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1" Type="http://schemas.openxmlformats.org/officeDocument/2006/relationships/theme" Target="../theme/theme3.xml"/><Relationship Id="rId20" Type="http://schemas.openxmlformats.org/officeDocument/2006/relationships/tags" Target="../tags/tag381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380.xml"/><Relationship Id="rId18" Type="http://schemas.openxmlformats.org/officeDocument/2006/relationships/tags" Target="../tags/tag379.xml"/><Relationship Id="rId17" Type="http://schemas.openxmlformats.org/officeDocument/2006/relationships/tags" Target="../tags/tag378.xml"/><Relationship Id="rId16" Type="http://schemas.openxmlformats.org/officeDocument/2006/relationships/tags" Target="../tags/tag377.xml"/><Relationship Id="rId15" Type="http://schemas.openxmlformats.org/officeDocument/2006/relationships/tags" Target="../tags/tag376.xml"/><Relationship Id="rId14" Type="http://schemas.openxmlformats.org/officeDocument/2006/relationships/tags" Target="../tags/tag375.xml"/><Relationship Id="rId13" Type="http://schemas.openxmlformats.org/officeDocument/2006/relationships/image" Target="../media/image5.png"/><Relationship Id="rId12" Type="http://schemas.openxmlformats.org/officeDocument/2006/relationships/tags" Target="../tags/tag37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1" Type="http://schemas.openxmlformats.org/officeDocument/2006/relationships/theme" Target="../theme/theme4.xml"/><Relationship Id="rId20" Type="http://schemas.openxmlformats.org/officeDocument/2006/relationships/tags" Target="../tags/tag508.xml"/><Relationship Id="rId2" Type="http://schemas.openxmlformats.org/officeDocument/2006/relationships/slideLayout" Target="../slideLayouts/slideLayout35.xml"/><Relationship Id="rId19" Type="http://schemas.openxmlformats.org/officeDocument/2006/relationships/tags" Target="../tags/tag507.xml"/><Relationship Id="rId18" Type="http://schemas.openxmlformats.org/officeDocument/2006/relationships/tags" Target="../tags/tag506.xml"/><Relationship Id="rId17" Type="http://schemas.openxmlformats.org/officeDocument/2006/relationships/tags" Target="../tags/tag505.xml"/><Relationship Id="rId16" Type="http://schemas.openxmlformats.org/officeDocument/2006/relationships/tags" Target="../tags/tag504.xml"/><Relationship Id="rId15" Type="http://schemas.openxmlformats.org/officeDocument/2006/relationships/tags" Target="../tags/tag503.xml"/><Relationship Id="rId14" Type="http://schemas.openxmlformats.org/officeDocument/2006/relationships/tags" Target="../tags/tag502.xml"/><Relationship Id="rId13" Type="http://schemas.openxmlformats.org/officeDocument/2006/relationships/image" Target="../media/image5.png"/><Relationship Id="rId12" Type="http://schemas.openxmlformats.org/officeDocument/2006/relationships/tags" Target="../tags/tag501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1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2"/>
          <p:cNvSpPr/>
          <p:nvPr userDrawn="1">
            <p:custDataLst>
              <p:tags r:id="rId14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B68A7C1E-2A5F-40B7-A582-9DDDC615245A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1" i="0" u="none" strike="noStrike" kern="1200" cap="none" spc="0" normalizeH="0" baseline="0" dirty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dirty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1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2"/>
          <p:cNvSpPr/>
          <p:nvPr userDrawn="1">
            <p:custDataLst>
              <p:tags r:id="rId14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B68A7C1E-2A5F-40B7-A582-9DDDC615245A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1" i="0" u="none" strike="noStrike" kern="1200" cap="none" spc="0" normalizeH="0" baseline="0" dirty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dirty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1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2"/>
          <p:cNvSpPr/>
          <p:nvPr userDrawn="1">
            <p:custDataLst>
              <p:tags r:id="rId14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B68A7C1E-2A5F-40B7-A582-9DDDC615245A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1" i="0" u="none" strike="noStrike" kern="1200" cap="none" spc="0" normalizeH="0" baseline="0" dirty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dirty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1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2"/>
          <p:cNvSpPr/>
          <p:nvPr userDrawn="1">
            <p:custDataLst>
              <p:tags r:id="rId14"/>
            </p:custDataLst>
          </p:nvPr>
        </p:nvSpPr>
        <p:spPr>
          <a:xfrm>
            <a:off x="709930" y="1289050"/>
            <a:ext cx="2879725" cy="1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B68A7C1E-2A5F-40B7-A582-9DDDC615245A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1" i="0" u="none" strike="noStrike" kern="1200" cap="none" spc="0" normalizeH="0" baseline="0" dirty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dirty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12.xml"/><Relationship Id="rId3" Type="http://schemas.openxmlformats.org/officeDocument/2006/relationships/tags" Target="../tags/tag511.xml"/><Relationship Id="rId2" Type="http://schemas.openxmlformats.org/officeDocument/2006/relationships/tags" Target="../tags/tag510.xml"/><Relationship Id="rId1" Type="http://schemas.openxmlformats.org/officeDocument/2006/relationships/tags" Target="../tags/tag50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1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514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515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516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6"/>
            <p:custDataLst>
              <p:tags r:id="rId1"/>
            </p:custDataLst>
          </p:nvPr>
        </p:nvSpPr>
        <p:spPr>
          <a:xfrm>
            <a:off x="1939925" y="2533650"/>
            <a:ext cx="8220710" cy="689448"/>
          </a:xfrm>
        </p:spPr>
        <p:txBody>
          <a:bodyPr/>
          <a:lstStyle/>
          <a:p>
            <a:r>
              <a:rPr lang="en-US">
                <a:ea typeface="+mn-ea"/>
              </a:rPr>
              <a:t>2019-2023</a:t>
            </a:r>
            <a:endParaRPr lang="en-US">
              <a:ea typeface="+mn-ea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712668" y="127000"/>
            <a:ext cx="10800000" cy="2235200"/>
          </a:xfrm>
        </p:spPr>
        <p:txBody>
          <a:bodyPr/>
          <a:lstStyle/>
          <a:p>
            <a:r>
              <a:rPr lang="en-US" dirty="0">
                <a:ea typeface="+mj-ea"/>
              </a:rPr>
              <a:t>Merceds-Benz Sales</a:t>
            </a:r>
            <a:endParaRPr lang="en-US" dirty="0">
              <a:ea typeface="+mj-ea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prstGeom prst="rect">
            <a:avLst/>
          </a:prstGeom>
          <a:solidFill>
            <a:schemeClr val="accent1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/>
          <a:p>
            <a:r>
              <a:rPr lang="en-US">
                <a:ea typeface="+mn-ea"/>
              </a:rPr>
              <a:t>view</a:t>
            </a:r>
            <a:endParaRPr lang="en-US">
              <a:ea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6695" y="0"/>
            <a:ext cx="919797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730" y="0"/>
            <a:ext cx="914654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8285" y="0"/>
            <a:ext cx="915543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50" y="95250"/>
            <a:ext cx="9639300" cy="6667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UNIT_SUBTYPE" val="b"/>
  <p:tag name="KSO_WM_UNIT_PRESET_TEXT" val="Reporter Name: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&#10;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</p:tagLst>
</file>

<file path=ppt/tags/tag3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1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</p:tagLst>
</file>

<file path=ppt/tags/tag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6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1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1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1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105.xml><?xml version="1.0" encoding="utf-8"?>
<p:tagLst xmlns:p="http://schemas.openxmlformats.org/presentationml/2006/main">
  <p:tag name="KSO_WM_UNIT_SUBTYPE" val="b"/>
  <p:tag name="KSO_WM_UNIT_PRESET_TEXT" val="Reporter Name: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3415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415"/>
</p:tagLst>
</file>

<file path=ppt/tags/tag127.xml><?xml version="1.0" encoding="utf-8"?>
<p:tagLst xmlns:p="http://schemas.openxmlformats.org/presentationml/2006/main">
  <p:tag name="ISLIDE.PICTURE" val="#VCG41N1299926590;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15"/>
  <p:tag name="KSO_WM_TEMPLATE_THUMBS_INDEX" val="1、9"/>
  <p:tag name="KSO_WM_SPECIAL_SOURCE" val="bdnull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</p:tagLst>
</file>

<file path=ppt/tags/tag1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1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</p:tagLst>
</file>

<file path=ppt/tags/tag136.xml><?xml version="1.0" encoding="utf-8"?>
<p:tagLst xmlns:p="http://schemas.openxmlformats.org/presentationml/2006/main">
  <p:tag name="KSO_WM_UNIT_SUBTYPE" val="b"/>
  <p:tag name="KSO_WM_UNIT_PRESET_TEXT" val="Reporter Name: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&#10;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</p:tagLst>
</file>

<file path=ppt/tags/tag1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</p:tagLst>
</file>

<file path=ppt/tags/tag1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</p:tagLst>
</file>

<file path=ppt/tags/tag16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68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1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1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</p:tagLst>
</file>

<file path=ppt/tags/tag1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8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8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9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22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8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2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2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2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232.xml><?xml version="1.0" encoding="utf-8"?>
<p:tagLst xmlns:p="http://schemas.openxmlformats.org/presentationml/2006/main">
  <p:tag name="KSO_WM_UNIT_SUBTYPE" val="b"/>
  <p:tag name="KSO_WM_UNIT_PRESET_TEXT" val="Reporter Name: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3415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415"/>
</p:tagLst>
</file>

<file path=ppt/tags/tag254.xml><?xml version="1.0" encoding="utf-8"?>
<p:tagLst xmlns:p="http://schemas.openxmlformats.org/presentationml/2006/main">
  <p:tag name="ISLIDE.PICTURE" val="#VCG41N1299926590;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15"/>
  <p:tag name="KSO_WM_TEMPLATE_THUMBS_INDEX" val="1、9"/>
  <p:tag name="KSO_WM_SPECIAL_SOURCE" val="bdnull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2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</p:tagLst>
</file>

<file path=ppt/tags/tag2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2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</p:tagLst>
</file>

<file path=ppt/tags/tag263.xml><?xml version="1.0" encoding="utf-8"?>
<p:tagLst xmlns:p="http://schemas.openxmlformats.org/presentationml/2006/main">
  <p:tag name="KSO_WM_UNIT_SUBTYPE" val="b"/>
  <p:tag name="KSO_WM_UNIT_PRESET_TEXT" val="Reporter Name: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&#10;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2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</p:tagLst>
</file>

<file path=ppt/tags/tag2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</p:tagLst>
</file>

<file path=ppt/tags/tag2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</p:tagLst>
</file>

<file path=ppt/tags/tag289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95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2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2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</p:tagLst>
</file>

<file path=ppt/tags/tag2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1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2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2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3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34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55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3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3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3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359.xml><?xml version="1.0" encoding="utf-8"?>
<p:tagLst xmlns:p="http://schemas.openxmlformats.org/presentationml/2006/main">
  <p:tag name="KSO_WM_UNIT_SUBTYPE" val="b"/>
  <p:tag name="KSO_WM_UNIT_PRESET_TEXT" val="Reporter Name: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3415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415"/>
</p:tagLst>
</file>

<file path=ppt/tags/tag381.xml><?xml version="1.0" encoding="utf-8"?>
<p:tagLst xmlns:p="http://schemas.openxmlformats.org/presentationml/2006/main">
  <p:tag name="ISLIDE.PICTURE" val="#VCG41N1299926590;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15"/>
  <p:tag name="KSO_WM_TEMPLATE_THUMBS_INDEX" val="1、9"/>
  <p:tag name="KSO_WM_SPECIAL_SOURCE" val="bdnull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385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3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3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</p:tagLst>
</file>

<file path=ppt/tags/tag3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3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</p:tagLst>
</file>

<file path=ppt/tags/tag390.xml><?xml version="1.0" encoding="utf-8"?>
<p:tagLst xmlns:p="http://schemas.openxmlformats.org/presentationml/2006/main">
  <p:tag name="KSO_WM_UNIT_SUBTYPE" val="b"/>
  <p:tag name="KSO_WM_UNIT_PRESET_TEXT" val="Reporter Name: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4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&#10;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4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</p:tagLst>
</file>

<file path=ppt/tags/tag4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</p:tagLst>
</file>

<file path=ppt/tags/tag4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</p:tagLst>
</file>

<file path=ppt/tags/tag416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22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4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4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4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</p:tagLst>
</file>

<file path=ppt/tags/tag4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4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4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4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5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5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5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5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6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47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82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4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4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4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486.xml><?xml version="1.0" encoding="utf-8"?>
<p:tagLst xmlns:p="http://schemas.openxmlformats.org/presentationml/2006/main">
  <p:tag name="KSO_WM_UNIT_SUBTYPE" val="b"/>
  <p:tag name="KSO_WM_UNIT_PRESET_TEXT" val="Reporter Name: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3415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415"/>
</p:tagLst>
</file>

<file path=ppt/tags/tag508.xml><?xml version="1.0" encoding="utf-8"?>
<p:tagLst xmlns:p="http://schemas.openxmlformats.org/presentationml/2006/main">
  <p:tag name="ISLIDE.PICTURE" val="#VCG41N1299926590;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15"/>
  <p:tag name="KSO_WM_TEMPLATE_THUMBS_INDEX" val="1、9"/>
  <p:tag name="KSO_WM_SPECIAL_SOURCE" val="bdnull"/>
</p:tagLst>
</file>

<file path=ppt/tags/tag5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3415_1*b*1"/>
  <p:tag name="KSO_WM_TEMPLATE_CATEGORY" val="custom"/>
  <p:tag name="KSO_WM_TEMPLATE_INDEX" val="20233415"/>
  <p:tag name="KSO_WM_UNIT_LAYERLEVEL" val="1"/>
  <p:tag name="KSO_WM_TAG_VERSION" val="3.0"/>
  <p:tag name="KSO_WM_BEAUTIFY_FLAG" val="#wm#"/>
  <p:tag name="KSO_WM_UNIT_CONTENT_GROUP_TYPE" val="contentchip"/>
  <p:tag name="KSO_WM_UNIT_PRESET_TEXT" val="Click to add subtitle"/>
</p:tagLst>
</file>

<file path=ppt/tags/tag5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15_1*a*1"/>
  <p:tag name="KSO_WM_TEMPLATE_CATEGORY" val="custom"/>
  <p:tag name="KSO_WM_TEMPLATE_INDEX" val="20233415"/>
  <p:tag name="KSO_WM_UNIT_LAYERLEVEL" val="1"/>
  <p:tag name="KSO_WM_TAG_VERSION" val="3.0"/>
  <p:tag name="KSO_WM_BEAUTIFY_FLAG" val="#wm#"/>
  <p:tag name="KSO_WM_UNIT_CONTENT_GROUP_TYPE" val="contentchip"/>
  <p:tag name="KSO_WM_UNIT_PRESET_TEXT" val="The title goes here"/>
</p:tagLst>
</file>

<file path=ppt/tags/tag511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TEMPLATE_CATEGORY" val="custom"/>
  <p:tag name="KSO_WM_TEMPLATE_INDEX" val="20233415"/>
  <p:tag name="KSO_WM_UNIT_LAYERLEVEL" val="1"/>
  <p:tag name="KSO_WM_TAG_VERSION" val="3.0"/>
  <p:tag name="KSO_WM_BEAUTIFY_FLAG" val="#wm#"/>
  <p:tag name="KSO_WM_UNIT_PRESET_TEXT" val="Reporter Name:稻小壳"/>
</p:tagLst>
</file>

<file path=ppt/tags/tag512.xml><?xml version="1.0" encoding="utf-8"?>
<p:tagLst xmlns:p="http://schemas.openxmlformats.org/presentationml/2006/main">
  <p:tag name="ISLIDE.PICTURE" val="#VCG41N1299926590;"/>
  <p:tag name="KSO_WM_SLIDE_ID" val="custom20233415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15"/>
  <p:tag name="KSO_WM_SLIDE_LAYOUT" val="a_b_f"/>
  <p:tag name="KSO_WM_SLIDE_LAYOUT_CNT" val="1_1_1"/>
  <p:tag name="KSO_WM_TEMPLATE_THUMBS_INDEX" val="1、9"/>
  <p:tag name="KSO_WM_SLIDE_CONTENT_AREA" val="{&quot;left&quot;:&quot;143.4&quot;,&quot;top&quot;:&quot;50.3&quot;,&quot;width&quot;:&quot;679.2&quot;,&quot;height&quot;:&quot;256.7&quot;}"/>
  <p:tag name="KSO_WM_SPECIAL_SOURCE" val="bdnull"/>
  <p:tag name="KSO_WM_SLIDE_THEME_ID" val="3303066"/>
  <p:tag name="KSO_WM_SLIDE_THEME_NAME" val="Orange Tech"/>
</p:tagLst>
</file>

<file path=ppt/tags/tag513.xml><?xml version="1.0" encoding="utf-8"?>
<p:tagLst xmlns:p="http://schemas.openxmlformats.org/presentationml/2006/main">
  <p:tag name="KSO_WM_SLIDE_ID" val="custom20233415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15"/>
  <p:tag name="KSO_WM_DIAGRAM_GROUP_CODE" val="l1-1"/>
  <p:tag name="KSO_WM_SLIDE_DIAGTYPE" val="l"/>
  <p:tag name="KSO_WM_SLIDE_LAYOUT" val="a_l"/>
  <p:tag name="KSO_WM_SLIDE_LAYOUT_CNT" val="1_1"/>
  <p:tag name="KSO_WM_SLIDE_TYPE" val="contents"/>
  <p:tag name="KSO_WM_SLIDE_SUBTYPE" val="diag"/>
  <p:tag name="KSO_WM_SLIDE_THEME_ID" val="3303066"/>
  <p:tag name="KSO_WM_SLIDE_THEME_NAME" val="Orange Tech"/>
</p:tagLst>
</file>

<file path=ppt/tags/tag514.xml><?xml version="1.0" encoding="utf-8"?>
<p:tagLst xmlns:p="http://schemas.openxmlformats.org/presentationml/2006/main">
  <p:tag name="KSO_WM_SLIDE_ID" val="custom20233415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15"/>
  <p:tag name="KSO_WM_DIAGRAM_GROUP_CODE" val="l1-1"/>
  <p:tag name="KSO_WM_SLIDE_DIAGTYPE" val="l"/>
  <p:tag name="KSO_WM_SLIDE_LAYOUT" val="a_l"/>
  <p:tag name="KSO_WM_SLIDE_LAYOUT_CNT" val="1_1"/>
  <p:tag name="KSO_WM_SLIDE_TYPE" val="contents"/>
  <p:tag name="KSO_WM_SLIDE_SUBTYPE" val="diag"/>
  <p:tag name="KSO_WM_SLIDE_THEME_ID" val="3303066"/>
  <p:tag name="KSO_WM_SLIDE_THEME_NAME" val="Orange Tech"/>
</p:tagLst>
</file>

<file path=ppt/tags/tag515.xml><?xml version="1.0" encoding="utf-8"?>
<p:tagLst xmlns:p="http://schemas.openxmlformats.org/presentationml/2006/main">
  <p:tag name="KSO_WM_SLIDE_ID" val="custom20233415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15"/>
  <p:tag name="KSO_WM_DIAGRAM_GROUP_CODE" val="l1-1"/>
  <p:tag name="KSO_WM_SLIDE_DIAGTYPE" val="l"/>
  <p:tag name="KSO_WM_SLIDE_LAYOUT" val="a_l"/>
  <p:tag name="KSO_WM_SLIDE_LAYOUT_CNT" val="1_1"/>
  <p:tag name="KSO_WM_SLIDE_TYPE" val="contents"/>
  <p:tag name="KSO_WM_SLIDE_SUBTYPE" val="diag"/>
  <p:tag name="KSO_WM_SLIDE_THEME_ID" val="3303066"/>
  <p:tag name="KSO_WM_SLIDE_THEME_NAME" val="Orange Tech"/>
</p:tagLst>
</file>

<file path=ppt/tags/tag516.xml><?xml version="1.0" encoding="utf-8"?>
<p:tagLst xmlns:p="http://schemas.openxmlformats.org/presentationml/2006/main">
  <p:tag name="KSO_WM_SLIDE_ID" val="custom20233415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15"/>
  <p:tag name="KSO_WM_DIAGRAM_GROUP_CODE" val="l1-1"/>
  <p:tag name="KSO_WM_SLIDE_DIAGTYPE" val="l"/>
  <p:tag name="KSO_WM_SLIDE_LAYOUT" val="a_l"/>
  <p:tag name="KSO_WM_SLIDE_LAYOUT_CNT" val="1_1"/>
  <p:tag name="KSO_WM_SLIDE_TYPE" val="contents"/>
  <p:tag name="KSO_WM_SLIDE_SUBTYPE" val="diag"/>
  <p:tag name="KSO_WM_SLIDE_THEME_ID" val="3303066"/>
  <p:tag name="KSO_WM_SLIDE_THEME_NAME" val="Orange Tech"/>
</p:tagLst>
</file>

<file path=ppt/theme/theme1.xml><?xml version="1.0" encoding="utf-8"?>
<a:theme xmlns:a="http://schemas.openxmlformats.org/drawingml/2006/main" name="1_Office Theme">
  <a:themeElements>
    <a:clrScheme name="自定义 66">
      <a:dk1>
        <a:srgbClr val="000000"/>
      </a:dk1>
      <a:lt1>
        <a:srgbClr val="FFFFFF"/>
      </a:lt1>
      <a:dk2>
        <a:srgbClr val="4C1000"/>
      </a:dk2>
      <a:lt2>
        <a:srgbClr val="FFF4E7"/>
      </a:lt2>
      <a:accent1>
        <a:srgbClr val="FF7427"/>
      </a:accent1>
      <a:accent2>
        <a:srgbClr val="FF732F"/>
      </a:accent2>
      <a:accent3>
        <a:srgbClr val="FFAA3E"/>
      </a:accent3>
      <a:accent4>
        <a:srgbClr val="FAD240"/>
      </a:accent4>
      <a:accent5>
        <a:srgbClr val="38BBFE"/>
      </a:accent5>
      <a:accent6>
        <a:srgbClr val="388EFF"/>
      </a:accent6>
      <a:hlink>
        <a:srgbClr val="0563C1"/>
      </a:hlink>
      <a:folHlink>
        <a:srgbClr val="954F72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66">
      <a:dk1>
        <a:srgbClr val="000000"/>
      </a:dk1>
      <a:lt1>
        <a:srgbClr val="FFFFFF"/>
      </a:lt1>
      <a:dk2>
        <a:srgbClr val="4C1000"/>
      </a:dk2>
      <a:lt2>
        <a:srgbClr val="FFF4E7"/>
      </a:lt2>
      <a:accent1>
        <a:srgbClr val="FF7427"/>
      </a:accent1>
      <a:accent2>
        <a:srgbClr val="FF732F"/>
      </a:accent2>
      <a:accent3>
        <a:srgbClr val="FFAA3E"/>
      </a:accent3>
      <a:accent4>
        <a:srgbClr val="FAD240"/>
      </a:accent4>
      <a:accent5>
        <a:srgbClr val="38BBFE"/>
      </a:accent5>
      <a:accent6>
        <a:srgbClr val="388EFF"/>
      </a:accent6>
      <a:hlink>
        <a:srgbClr val="0563C1"/>
      </a:hlink>
      <a:folHlink>
        <a:srgbClr val="954F72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自定义 66">
      <a:dk1>
        <a:srgbClr val="000000"/>
      </a:dk1>
      <a:lt1>
        <a:srgbClr val="FFFFFF"/>
      </a:lt1>
      <a:dk2>
        <a:srgbClr val="4C1000"/>
      </a:dk2>
      <a:lt2>
        <a:srgbClr val="FFF4E7"/>
      </a:lt2>
      <a:accent1>
        <a:srgbClr val="FF7427"/>
      </a:accent1>
      <a:accent2>
        <a:srgbClr val="FF732F"/>
      </a:accent2>
      <a:accent3>
        <a:srgbClr val="FFAA3E"/>
      </a:accent3>
      <a:accent4>
        <a:srgbClr val="FAD240"/>
      </a:accent4>
      <a:accent5>
        <a:srgbClr val="38BBFE"/>
      </a:accent5>
      <a:accent6>
        <a:srgbClr val="388EFF"/>
      </a:accent6>
      <a:hlink>
        <a:srgbClr val="0563C1"/>
      </a:hlink>
      <a:folHlink>
        <a:srgbClr val="954F72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自定义 66">
      <a:dk1>
        <a:srgbClr val="000000"/>
      </a:dk1>
      <a:lt1>
        <a:srgbClr val="FFFFFF"/>
      </a:lt1>
      <a:dk2>
        <a:srgbClr val="4C1000"/>
      </a:dk2>
      <a:lt2>
        <a:srgbClr val="FFF4E7"/>
      </a:lt2>
      <a:accent1>
        <a:srgbClr val="FF7427"/>
      </a:accent1>
      <a:accent2>
        <a:srgbClr val="FF732F"/>
      </a:accent2>
      <a:accent3>
        <a:srgbClr val="FFAA3E"/>
      </a:accent3>
      <a:accent4>
        <a:srgbClr val="FAD240"/>
      </a:accent4>
      <a:accent5>
        <a:srgbClr val="38BBFE"/>
      </a:accent5>
      <a:accent6>
        <a:srgbClr val="388EFF"/>
      </a:accent6>
      <a:hlink>
        <a:srgbClr val="0563C1"/>
      </a:hlink>
      <a:folHlink>
        <a:srgbClr val="954F72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Presentation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SimSun</vt:lpstr>
      <vt:lpstr>Wingdings</vt:lpstr>
      <vt:lpstr>思源宋体 CN Heavy</vt:lpstr>
      <vt:lpstr>Wingdings</vt:lpstr>
      <vt:lpstr>Inter</vt:lpstr>
      <vt:lpstr>Liberation Mono</vt:lpstr>
      <vt:lpstr>Inter Bold</vt:lpstr>
      <vt:lpstr>Microsoft YaHei</vt:lpstr>
      <vt:lpstr>Arial Unicode MS</vt:lpstr>
      <vt:lpstr>Calibri</vt:lpstr>
      <vt:lpstr>1_Office Theme</vt:lpstr>
      <vt:lpstr>2_Office Theme</vt:lpstr>
      <vt:lpstr>3_Office Theme</vt:lpstr>
      <vt:lpstr>4_Office Theme</vt:lpstr>
      <vt:lpstr>Merceds-Benz Sales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Merceds-Benz Sales</dc:title>
  <dc:creator>abdal</dc:creator>
  <cp:lastModifiedBy>Abdalla Mohamed</cp:lastModifiedBy>
  <cp:revision>2</cp:revision>
  <dcterms:created xsi:type="dcterms:W3CDTF">2026-10-06T08:34:00Z</dcterms:created>
  <dcterms:modified xsi:type="dcterms:W3CDTF">2026-10-06T13:26:57Z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9F934CD85B5240A2B6BBC1D7048F2FFC_11</vt:lpwstr>
  </property>
</Properties>
</file>